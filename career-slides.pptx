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8" r:id="rId4"/>
    <p:sldMasterId id="214748368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Lst>
  <p:sldSz cy="5143500" cx="9144000"/>
  <p:notesSz cx="6858000" cy="9144000"/>
  <p:embeddedFontLst>
    <p:embeddedFont>
      <p:font typeface="Figtree"/>
      <p:regular r:id="rId16"/>
      <p:bold r:id="rId17"/>
      <p:italic r:id="rId18"/>
      <p:boldItalic r:id="rId19"/>
    </p:embeddedFont>
    <p:embeddedFont>
      <p:font typeface="Young Serif"/>
      <p:regular r:id="rId20"/>
    </p:embeddedFont>
    <p:embeddedFont>
      <p:font typeface="Rubik"/>
      <p:regular r:id="rId21"/>
      <p:bold r:id="rId22"/>
      <p:italic r:id="rId23"/>
      <p:boldItalic r:id="rId24"/>
    </p:embeddedFont>
    <p:embeddedFont>
      <p:font typeface="Rubik SemiBold"/>
      <p:regular r:id="rId25"/>
      <p:bold r:id="rId26"/>
      <p:italic r:id="rId27"/>
      <p:boldItalic r:id="rId28"/>
    </p:embeddedFont>
    <p:embeddedFont>
      <p:font typeface="Comfortaa"/>
      <p:regular r:id="rId29"/>
      <p:bold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YoungSerif-regular.fntdata"/><Relationship Id="rId22" Type="http://schemas.openxmlformats.org/officeDocument/2006/relationships/font" Target="fonts/Rubik-bold.fntdata"/><Relationship Id="rId21" Type="http://schemas.openxmlformats.org/officeDocument/2006/relationships/font" Target="fonts/Rubik-regular.fntdata"/><Relationship Id="rId24" Type="http://schemas.openxmlformats.org/officeDocument/2006/relationships/font" Target="fonts/Rubik-boldItalic.fntdata"/><Relationship Id="rId23" Type="http://schemas.openxmlformats.org/officeDocument/2006/relationships/font" Target="fonts/Rubik-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RubikSemiBold-bold.fntdata"/><Relationship Id="rId25" Type="http://schemas.openxmlformats.org/officeDocument/2006/relationships/font" Target="fonts/RubikSemiBold-regular.fntdata"/><Relationship Id="rId28" Type="http://schemas.openxmlformats.org/officeDocument/2006/relationships/font" Target="fonts/RubikSemiBold-boldItalic.fntdata"/><Relationship Id="rId27" Type="http://schemas.openxmlformats.org/officeDocument/2006/relationships/font" Target="fonts/RubikSemiBold-italic.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Comfortaa-regular.fntdata"/><Relationship Id="rId7" Type="http://schemas.openxmlformats.org/officeDocument/2006/relationships/slide" Target="slides/slide1.xml"/><Relationship Id="rId8" Type="http://schemas.openxmlformats.org/officeDocument/2006/relationships/slide" Target="slides/slide2.xml"/><Relationship Id="rId30" Type="http://schemas.openxmlformats.org/officeDocument/2006/relationships/font" Target="fonts/Comfortaa-bold.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font" Target="fonts/Figtree-bold.fntdata"/><Relationship Id="rId16" Type="http://schemas.openxmlformats.org/officeDocument/2006/relationships/font" Target="fonts/Figtree-regular.fntdata"/><Relationship Id="rId19" Type="http://schemas.openxmlformats.org/officeDocument/2006/relationships/font" Target="fonts/Figtree-boldItalic.fntdata"/><Relationship Id="rId18" Type="http://schemas.openxmlformats.org/officeDocument/2006/relationships/font" Target="fonts/Figtree-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3db51b7cda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3db51b7cda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3db51b7cda0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 name="Google Shape;266;g3db51b7cda0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3db51b7cda0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3db51b7cda0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3db51b7cda0_0_2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2" name="Google Shape;282;g3db51b7cda0_0_2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3db51b7cda0_0_3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3db51b7cda0_0_3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3db51b7cda0_0_3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8" name="Google Shape;298;g3db51b7cda0_0_3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3db51b7cda0_0_3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5" name="Google Shape;305;g3db51b7cda0_0_3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3db51b7cda0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3db51b7cda0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3db51b7cda0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8" name="Google Shape;318;g3db51b7cda0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secHead">
  <p:cSld name="SECTION_HEADER">
    <p:bg>
      <p:bgPr>
        <a:solidFill>
          <a:schemeClr val="dk2"/>
        </a:solidFill>
      </p:bgPr>
    </p:bg>
    <p:spTree>
      <p:nvGrpSpPr>
        <p:cNvPr id="54" name="Shape 54"/>
        <p:cNvGrpSpPr/>
        <p:nvPr/>
      </p:nvGrpSpPr>
      <p:grpSpPr>
        <a:xfrm>
          <a:off x="0" y="0"/>
          <a:ext cx="0" cy="0"/>
          <a:chOff x="0" y="0"/>
          <a:chExt cx="0" cy="0"/>
        </a:xfrm>
      </p:grpSpPr>
      <p:sp>
        <p:nvSpPr>
          <p:cNvPr id="55" name="Google Shape;55;p14"/>
          <p:cNvSpPr txBox="1"/>
          <p:nvPr>
            <p:ph idx="12" type="sldNum"/>
          </p:nvPr>
        </p:nvSpPr>
        <p:spPr>
          <a:xfrm>
            <a:off x="8595308" y="4749892"/>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6" name="Google Shape;56;p14"/>
          <p:cNvSpPr/>
          <p:nvPr/>
        </p:nvSpPr>
        <p:spPr>
          <a:xfrm>
            <a:off x="228600" y="228600"/>
            <a:ext cx="8686800" cy="4686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Clr>
                <a:schemeClr val="accent3"/>
              </a:buClr>
              <a:buSzPts val="1100"/>
              <a:buNone/>
            </a:pPr>
            <a:r>
              <a:t/>
            </a:r>
            <a:endParaRPr sz="5600">
              <a:solidFill>
                <a:schemeClr val="lt2"/>
              </a:solidFill>
              <a:latin typeface="Young Serif"/>
              <a:ea typeface="Young Serif"/>
              <a:cs typeface="Young Serif"/>
              <a:sym typeface="Young Serif"/>
            </a:endParaRPr>
          </a:p>
        </p:txBody>
      </p:sp>
      <p:sp>
        <p:nvSpPr>
          <p:cNvPr id="57" name="Google Shape;57;p14"/>
          <p:cNvSpPr txBox="1"/>
          <p:nvPr>
            <p:ph type="title"/>
          </p:nvPr>
        </p:nvSpPr>
        <p:spPr>
          <a:xfrm>
            <a:off x="1248900" y="1632850"/>
            <a:ext cx="6646200" cy="1588800"/>
          </a:xfrm>
          <a:prstGeom prst="rect">
            <a:avLst/>
          </a:prstGeom>
        </p:spPr>
        <p:txBody>
          <a:bodyPr anchorCtr="0" anchor="ctr" bIns="91425" lIns="91425" spcFirstLastPara="1" rIns="91425" wrap="square" tIns="91425">
            <a:normAutofit/>
          </a:bodyPr>
          <a:lstStyle>
            <a:lvl1pPr lvl="0" algn="ctr">
              <a:lnSpc>
                <a:spcPct val="90000"/>
              </a:lnSpc>
              <a:spcBef>
                <a:spcPts val="0"/>
              </a:spcBef>
              <a:spcAft>
                <a:spcPts val="0"/>
              </a:spcAft>
              <a:buSzPts val="5600"/>
              <a:buNone/>
              <a:defRPr sz="5600"/>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p:txBody>
      </p:sp>
      <p:sp>
        <p:nvSpPr>
          <p:cNvPr id="58" name="Google Shape;58;p14"/>
          <p:cNvSpPr txBox="1"/>
          <p:nvPr>
            <p:ph idx="1" type="subTitle"/>
          </p:nvPr>
        </p:nvSpPr>
        <p:spPr>
          <a:xfrm>
            <a:off x="2369850" y="3221650"/>
            <a:ext cx="4404300" cy="393600"/>
          </a:xfrm>
          <a:prstGeom prst="rect">
            <a:avLst/>
          </a:prstGeom>
        </p:spPr>
        <p:txBody>
          <a:bodyPr anchorCtr="0" anchor="ctr" bIns="91425" lIns="91425" spcFirstLastPara="1" rIns="91425" wrap="square" tIns="91425">
            <a:noAutofit/>
          </a:bodyPr>
          <a:lstStyle>
            <a:lvl1pPr lvl="0" algn="ctr">
              <a:spcBef>
                <a:spcPts val="0"/>
              </a:spcBef>
              <a:spcAft>
                <a:spcPts val="0"/>
              </a:spcAft>
              <a:buSzPts val="2000"/>
              <a:buNone/>
              <a:defRPr/>
            </a:lvl1pPr>
            <a:lvl2pPr lvl="1" algn="ctr">
              <a:spcBef>
                <a:spcPts val="0"/>
              </a:spcBef>
              <a:spcAft>
                <a:spcPts val="0"/>
              </a:spcAft>
              <a:buSzPts val="2000"/>
              <a:buNone/>
              <a:defRPr/>
            </a:lvl2pPr>
            <a:lvl3pPr lvl="2" algn="ctr">
              <a:spcBef>
                <a:spcPts val="0"/>
              </a:spcBef>
              <a:spcAft>
                <a:spcPts val="0"/>
              </a:spcAft>
              <a:buSzPts val="2000"/>
              <a:buNone/>
              <a:defRPr/>
            </a:lvl3pPr>
            <a:lvl4pPr lvl="3" algn="ctr">
              <a:spcBef>
                <a:spcPts val="0"/>
              </a:spcBef>
              <a:spcAft>
                <a:spcPts val="0"/>
              </a:spcAft>
              <a:buSzPts val="2000"/>
              <a:buNone/>
              <a:defRPr/>
            </a:lvl4pPr>
            <a:lvl5pPr lvl="4" algn="ctr">
              <a:spcBef>
                <a:spcPts val="0"/>
              </a:spcBef>
              <a:spcAft>
                <a:spcPts val="0"/>
              </a:spcAft>
              <a:buSzPts val="2000"/>
              <a:buNone/>
              <a:defRPr/>
            </a:lvl5pPr>
            <a:lvl6pPr lvl="5" algn="ctr">
              <a:spcBef>
                <a:spcPts val="0"/>
              </a:spcBef>
              <a:spcAft>
                <a:spcPts val="0"/>
              </a:spcAft>
              <a:buSzPts val="2000"/>
              <a:buNone/>
              <a:defRPr/>
            </a:lvl6pPr>
            <a:lvl7pPr lvl="6" algn="ctr">
              <a:spcBef>
                <a:spcPts val="0"/>
              </a:spcBef>
              <a:spcAft>
                <a:spcPts val="0"/>
              </a:spcAft>
              <a:buSzPts val="2000"/>
              <a:buNone/>
              <a:defRPr/>
            </a:lvl7pPr>
            <a:lvl8pPr lvl="7" algn="ctr">
              <a:spcBef>
                <a:spcPts val="0"/>
              </a:spcBef>
              <a:spcAft>
                <a:spcPts val="0"/>
              </a:spcAft>
              <a:buSzPts val="2000"/>
              <a:buNone/>
              <a:defRPr/>
            </a:lvl8pPr>
            <a:lvl9pPr lvl="8" algn="ctr">
              <a:spcBef>
                <a:spcPts val="0"/>
              </a:spcBef>
              <a:spcAft>
                <a:spcPts val="0"/>
              </a:spcAft>
              <a:buSzPts val="20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_HEADER_1">
    <p:spTree>
      <p:nvGrpSpPr>
        <p:cNvPr id="59" name="Shape 59"/>
        <p:cNvGrpSpPr/>
        <p:nvPr/>
      </p:nvGrpSpPr>
      <p:grpSpPr>
        <a:xfrm>
          <a:off x="0" y="0"/>
          <a:ext cx="0" cy="0"/>
          <a:chOff x="0" y="0"/>
          <a:chExt cx="0" cy="0"/>
        </a:xfrm>
      </p:grpSpPr>
      <p:sp>
        <p:nvSpPr>
          <p:cNvPr id="60" name="Google Shape;60;p15"/>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61" name="Google Shape;61;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_AND_BODY_1">
    <p:spTree>
      <p:nvGrpSpPr>
        <p:cNvPr id="62" name="Shape 62"/>
        <p:cNvGrpSpPr/>
        <p:nvPr/>
      </p:nvGrpSpPr>
      <p:grpSpPr>
        <a:xfrm>
          <a:off x="0" y="0"/>
          <a:ext cx="0" cy="0"/>
          <a:chOff x="0" y="0"/>
          <a:chExt cx="0" cy="0"/>
        </a:xfrm>
      </p:grpSpPr>
      <p:sp>
        <p:nvSpPr>
          <p:cNvPr id="63" name="Google Shape;63;p1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p:txBody>
      </p:sp>
      <p:sp>
        <p:nvSpPr>
          <p:cNvPr id="64" name="Google Shape;64;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14325" lvl="0" marL="457200">
              <a:spcBef>
                <a:spcPts val="0"/>
              </a:spcBef>
              <a:spcAft>
                <a:spcPts val="0"/>
              </a:spcAft>
              <a:buSzPts val="1350"/>
              <a:buChar char="●"/>
              <a:defRPr/>
            </a:lvl1pPr>
            <a:lvl2pPr indent="-314325" lvl="1" marL="914400">
              <a:spcBef>
                <a:spcPts val="0"/>
              </a:spcBef>
              <a:spcAft>
                <a:spcPts val="0"/>
              </a:spcAft>
              <a:buSzPts val="1350"/>
              <a:buChar char="○"/>
              <a:defRPr/>
            </a:lvl2pPr>
            <a:lvl3pPr indent="-314325" lvl="2" marL="1371600">
              <a:spcBef>
                <a:spcPts val="0"/>
              </a:spcBef>
              <a:spcAft>
                <a:spcPts val="0"/>
              </a:spcAft>
              <a:buSzPts val="1350"/>
              <a:buChar char="■"/>
              <a:defRPr/>
            </a:lvl3pPr>
            <a:lvl4pPr indent="-314325" lvl="3" marL="1828800">
              <a:spcBef>
                <a:spcPts val="0"/>
              </a:spcBef>
              <a:spcAft>
                <a:spcPts val="0"/>
              </a:spcAft>
              <a:buSzPts val="1350"/>
              <a:buChar char="●"/>
              <a:defRPr/>
            </a:lvl4pPr>
            <a:lvl5pPr indent="-314325" lvl="4" marL="2286000">
              <a:spcBef>
                <a:spcPts val="0"/>
              </a:spcBef>
              <a:spcAft>
                <a:spcPts val="0"/>
              </a:spcAft>
              <a:buSzPts val="1350"/>
              <a:buChar char="○"/>
              <a:defRPr/>
            </a:lvl5pPr>
            <a:lvl6pPr indent="-314325" lvl="5" marL="2743200">
              <a:spcBef>
                <a:spcPts val="0"/>
              </a:spcBef>
              <a:spcAft>
                <a:spcPts val="0"/>
              </a:spcAft>
              <a:buSzPts val="1350"/>
              <a:buChar char="■"/>
              <a:defRPr/>
            </a:lvl6pPr>
            <a:lvl7pPr indent="-314325" lvl="6" marL="3200400">
              <a:spcBef>
                <a:spcPts val="0"/>
              </a:spcBef>
              <a:spcAft>
                <a:spcPts val="0"/>
              </a:spcAft>
              <a:buSzPts val="1350"/>
              <a:buChar char="●"/>
              <a:defRPr/>
            </a:lvl7pPr>
            <a:lvl8pPr indent="-314325" lvl="7" marL="3657600">
              <a:spcBef>
                <a:spcPts val="0"/>
              </a:spcBef>
              <a:spcAft>
                <a:spcPts val="0"/>
              </a:spcAft>
              <a:buSzPts val="1350"/>
              <a:buChar char="○"/>
              <a:defRPr/>
            </a:lvl8pPr>
            <a:lvl9pPr indent="-314325" lvl="8" marL="4114800">
              <a:spcBef>
                <a:spcPts val="0"/>
              </a:spcBef>
              <a:spcAft>
                <a:spcPts val="0"/>
              </a:spcAft>
              <a:buSzPts val="1350"/>
              <a:buChar char="■"/>
              <a:defRPr/>
            </a:lvl9pPr>
          </a:lstStyle>
          <a:p/>
        </p:txBody>
      </p:sp>
      <p:sp>
        <p:nvSpPr>
          <p:cNvPr id="65" name="Google Shape;65;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_AND_TWO_COLUMNS_1">
    <p:spTree>
      <p:nvGrpSpPr>
        <p:cNvPr id="66" name="Shape 66"/>
        <p:cNvGrpSpPr/>
        <p:nvPr/>
      </p:nvGrpSpPr>
      <p:grpSpPr>
        <a:xfrm>
          <a:off x="0" y="0"/>
          <a:ext cx="0" cy="0"/>
          <a:chOff x="0" y="0"/>
          <a:chExt cx="0" cy="0"/>
        </a:xfrm>
      </p:grpSpPr>
      <p:sp>
        <p:nvSpPr>
          <p:cNvPr id="67" name="Google Shape;67;p1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p:txBody>
      </p:sp>
      <p:sp>
        <p:nvSpPr>
          <p:cNvPr id="68" name="Google Shape;68;p17"/>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69" name="Google Shape;69;p17"/>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70" name="Google Shape;70;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_ONLY_1">
    <p:spTree>
      <p:nvGrpSpPr>
        <p:cNvPr id="71" name="Shape 71"/>
        <p:cNvGrpSpPr/>
        <p:nvPr/>
      </p:nvGrpSpPr>
      <p:grpSpPr>
        <a:xfrm>
          <a:off x="0" y="0"/>
          <a:ext cx="0" cy="0"/>
          <a:chOff x="0" y="0"/>
          <a:chExt cx="0" cy="0"/>
        </a:xfrm>
      </p:grpSpPr>
      <p:sp>
        <p:nvSpPr>
          <p:cNvPr id="72" name="Google Shape;72;p1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p:txBody>
      </p:sp>
      <p:sp>
        <p:nvSpPr>
          <p:cNvPr id="73" name="Google Shape;73;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_1">
    <p:spTree>
      <p:nvGrpSpPr>
        <p:cNvPr id="74" name="Shape 74"/>
        <p:cNvGrpSpPr/>
        <p:nvPr/>
      </p:nvGrpSpPr>
      <p:grpSpPr>
        <a:xfrm>
          <a:off x="0" y="0"/>
          <a:ext cx="0" cy="0"/>
          <a:chOff x="0" y="0"/>
          <a:chExt cx="0" cy="0"/>
        </a:xfrm>
      </p:grpSpPr>
      <p:sp>
        <p:nvSpPr>
          <p:cNvPr id="75" name="Google Shape;75;p19"/>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76" name="Google Shape;76;p19"/>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77" name="Google Shape;77;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_1">
    <p:spTree>
      <p:nvGrpSpPr>
        <p:cNvPr id="78" name="Shape 78"/>
        <p:cNvGrpSpPr/>
        <p:nvPr/>
      </p:nvGrpSpPr>
      <p:grpSpPr>
        <a:xfrm>
          <a:off x="0" y="0"/>
          <a:ext cx="0" cy="0"/>
          <a:chOff x="0" y="0"/>
          <a:chExt cx="0" cy="0"/>
        </a:xfrm>
      </p:grpSpPr>
      <p:sp>
        <p:nvSpPr>
          <p:cNvPr id="79" name="Google Shape;79;p20"/>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80" name="Google Shape;80;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_1">
    <p:spTree>
      <p:nvGrpSpPr>
        <p:cNvPr id="81" name="Shape 81"/>
        <p:cNvGrpSpPr/>
        <p:nvPr/>
      </p:nvGrpSpPr>
      <p:grpSpPr>
        <a:xfrm>
          <a:off x="0" y="0"/>
          <a:ext cx="0" cy="0"/>
          <a:chOff x="0" y="0"/>
          <a:chExt cx="0" cy="0"/>
        </a:xfrm>
      </p:grpSpPr>
      <p:sp>
        <p:nvSpPr>
          <p:cNvPr id="82" name="Google Shape;82;p2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21"/>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84" name="Google Shape;84;p21"/>
          <p:cNvSpPr txBox="1"/>
          <p:nvPr>
            <p:ph idx="1" type="subTitle"/>
          </p:nvPr>
        </p:nvSpPr>
        <p:spPr>
          <a:xfrm>
            <a:off x="265500" y="2803075"/>
            <a:ext cx="4045200" cy="1235100"/>
          </a:xfrm>
          <a:prstGeom prst="rect">
            <a:avLst/>
          </a:prstGeom>
        </p:spPr>
        <p:txBody>
          <a:bodyPr anchorCtr="0" anchor="ctr"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85" name="Google Shape;85;p21"/>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14325" lvl="0" marL="457200">
              <a:spcBef>
                <a:spcPts val="0"/>
              </a:spcBef>
              <a:spcAft>
                <a:spcPts val="0"/>
              </a:spcAft>
              <a:buSzPts val="1350"/>
              <a:buChar char="●"/>
              <a:defRPr/>
            </a:lvl1pPr>
            <a:lvl2pPr indent="-314325" lvl="1" marL="914400">
              <a:spcBef>
                <a:spcPts val="0"/>
              </a:spcBef>
              <a:spcAft>
                <a:spcPts val="0"/>
              </a:spcAft>
              <a:buSzPts val="1350"/>
              <a:buChar char="○"/>
              <a:defRPr/>
            </a:lvl2pPr>
            <a:lvl3pPr indent="-314325" lvl="2" marL="1371600">
              <a:spcBef>
                <a:spcPts val="0"/>
              </a:spcBef>
              <a:spcAft>
                <a:spcPts val="0"/>
              </a:spcAft>
              <a:buSzPts val="1350"/>
              <a:buChar char="■"/>
              <a:defRPr/>
            </a:lvl3pPr>
            <a:lvl4pPr indent="-314325" lvl="3" marL="1828800">
              <a:spcBef>
                <a:spcPts val="0"/>
              </a:spcBef>
              <a:spcAft>
                <a:spcPts val="0"/>
              </a:spcAft>
              <a:buSzPts val="1350"/>
              <a:buChar char="●"/>
              <a:defRPr/>
            </a:lvl4pPr>
            <a:lvl5pPr indent="-314325" lvl="4" marL="2286000">
              <a:spcBef>
                <a:spcPts val="0"/>
              </a:spcBef>
              <a:spcAft>
                <a:spcPts val="0"/>
              </a:spcAft>
              <a:buSzPts val="1350"/>
              <a:buChar char="○"/>
              <a:defRPr/>
            </a:lvl5pPr>
            <a:lvl6pPr indent="-314325" lvl="5" marL="2743200">
              <a:spcBef>
                <a:spcPts val="0"/>
              </a:spcBef>
              <a:spcAft>
                <a:spcPts val="0"/>
              </a:spcAft>
              <a:buSzPts val="1350"/>
              <a:buChar char="■"/>
              <a:defRPr/>
            </a:lvl6pPr>
            <a:lvl7pPr indent="-314325" lvl="6" marL="3200400">
              <a:spcBef>
                <a:spcPts val="0"/>
              </a:spcBef>
              <a:spcAft>
                <a:spcPts val="0"/>
              </a:spcAft>
              <a:buSzPts val="1350"/>
              <a:buChar char="●"/>
              <a:defRPr/>
            </a:lvl7pPr>
            <a:lvl8pPr indent="-314325" lvl="7" marL="3657600">
              <a:spcBef>
                <a:spcPts val="0"/>
              </a:spcBef>
              <a:spcAft>
                <a:spcPts val="0"/>
              </a:spcAft>
              <a:buSzPts val="1350"/>
              <a:buChar char="○"/>
              <a:defRPr/>
            </a:lvl8pPr>
            <a:lvl9pPr indent="-314325" lvl="8" marL="4114800">
              <a:spcBef>
                <a:spcPts val="0"/>
              </a:spcBef>
              <a:spcAft>
                <a:spcPts val="0"/>
              </a:spcAft>
              <a:buSzPts val="1350"/>
              <a:buChar char="■"/>
              <a:defRPr/>
            </a:lvl9pPr>
          </a:lstStyle>
          <a:p/>
        </p:txBody>
      </p:sp>
      <p:sp>
        <p:nvSpPr>
          <p:cNvPr id="86" name="Google Shape;86;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_1">
    <p:spTree>
      <p:nvGrpSpPr>
        <p:cNvPr id="87" name="Shape 87"/>
        <p:cNvGrpSpPr/>
        <p:nvPr/>
      </p:nvGrpSpPr>
      <p:grpSpPr>
        <a:xfrm>
          <a:off x="0" y="0"/>
          <a:ext cx="0" cy="0"/>
          <a:chOff x="0" y="0"/>
          <a:chExt cx="0" cy="0"/>
        </a:xfrm>
      </p:grpSpPr>
      <p:sp>
        <p:nvSpPr>
          <p:cNvPr id="88" name="Google Shape;88;p22"/>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50"/>
              <a:buNone/>
              <a:defRPr/>
            </a:lvl1pPr>
          </a:lstStyle>
          <a:p/>
        </p:txBody>
      </p:sp>
      <p:sp>
        <p:nvSpPr>
          <p:cNvPr id="89" name="Google Shape;89;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_1">
    <p:spTree>
      <p:nvGrpSpPr>
        <p:cNvPr id="90" name="Shape 90"/>
        <p:cNvGrpSpPr/>
        <p:nvPr/>
      </p:nvGrpSpPr>
      <p:grpSpPr>
        <a:xfrm>
          <a:off x="0" y="0"/>
          <a:ext cx="0" cy="0"/>
          <a:chOff x="0" y="0"/>
          <a:chExt cx="0" cy="0"/>
        </a:xfrm>
      </p:grpSpPr>
      <p:sp>
        <p:nvSpPr>
          <p:cNvPr id="91" name="Google Shape;91;p23"/>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92" name="Google Shape;92;p23"/>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14325" lvl="0" marL="457200" algn="ctr">
              <a:spcBef>
                <a:spcPts val="0"/>
              </a:spcBef>
              <a:spcAft>
                <a:spcPts val="0"/>
              </a:spcAft>
              <a:buSzPts val="1350"/>
              <a:buChar char="●"/>
              <a:defRPr/>
            </a:lvl1pPr>
            <a:lvl2pPr indent="-314325" lvl="1" marL="914400" algn="ctr">
              <a:spcBef>
                <a:spcPts val="0"/>
              </a:spcBef>
              <a:spcAft>
                <a:spcPts val="0"/>
              </a:spcAft>
              <a:buSzPts val="1350"/>
              <a:buChar char="○"/>
              <a:defRPr/>
            </a:lvl2pPr>
            <a:lvl3pPr indent="-314325" lvl="2" marL="1371600" algn="ctr">
              <a:spcBef>
                <a:spcPts val="0"/>
              </a:spcBef>
              <a:spcAft>
                <a:spcPts val="0"/>
              </a:spcAft>
              <a:buSzPts val="1350"/>
              <a:buChar char="■"/>
              <a:defRPr/>
            </a:lvl3pPr>
            <a:lvl4pPr indent="-314325" lvl="3" marL="1828800" algn="ctr">
              <a:spcBef>
                <a:spcPts val="0"/>
              </a:spcBef>
              <a:spcAft>
                <a:spcPts val="0"/>
              </a:spcAft>
              <a:buSzPts val="1350"/>
              <a:buChar char="●"/>
              <a:defRPr/>
            </a:lvl4pPr>
            <a:lvl5pPr indent="-314325" lvl="4" marL="2286000" algn="ctr">
              <a:spcBef>
                <a:spcPts val="0"/>
              </a:spcBef>
              <a:spcAft>
                <a:spcPts val="0"/>
              </a:spcAft>
              <a:buSzPts val="1350"/>
              <a:buChar char="○"/>
              <a:defRPr/>
            </a:lvl5pPr>
            <a:lvl6pPr indent="-314325" lvl="5" marL="2743200" algn="ctr">
              <a:spcBef>
                <a:spcPts val="0"/>
              </a:spcBef>
              <a:spcAft>
                <a:spcPts val="0"/>
              </a:spcAft>
              <a:buSzPts val="1350"/>
              <a:buChar char="■"/>
              <a:defRPr/>
            </a:lvl6pPr>
            <a:lvl7pPr indent="-314325" lvl="6" marL="3200400" algn="ctr">
              <a:spcBef>
                <a:spcPts val="0"/>
              </a:spcBef>
              <a:spcAft>
                <a:spcPts val="0"/>
              </a:spcAft>
              <a:buSzPts val="1350"/>
              <a:buChar char="●"/>
              <a:defRPr/>
            </a:lvl7pPr>
            <a:lvl8pPr indent="-314325" lvl="7" marL="3657600" algn="ctr">
              <a:spcBef>
                <a:spcPts val="0"/>
              </a:spcBef>
              <a:spcAft>
                <a:spcPts val="0"/>
              </a:spcAft>
              <a:buSzPts val="1350"/>
              <a:buChar char="○"/>
              <a:defRPr/>
            </a:lvl8pPr>
            <a:lvl9pPr indent="-314325" lvl="8" marL="4114800" algn="ctr">
              <a:spcBef>
                <a:spcPts val="0"/>
              </a:spcBef>
              <a:spcAft>
                <a:spcPts val="0"/>
              </a:spcAft>
              <a:buSzPts val="1350"/>
              <a:buChar char="■"/>
              <a:defRPr/>
            </a:lvl9pPr>
          </a:lstStyle>
          <a:p/>
        </p:txBody>
      </p:sp>
      <p:sp>
        <p:nvSpPr>
          <p:cNvPr id="93" name="Google Shape;93;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CUSTOM_7_1">
    <p:spTree>
      <p:nvGrpSpPr>
        <p:cNvPr id="94" name="Shape 94"/>
        <p:cNvGrpSpPr/>
        <p:nvPr/>
      </p:nvGrpSpPr>
      <p:grpSpPr>
        <a:xfrm>
          <a:off x="0" y="0"/>
          <a:ext cx="0" cy="0"/>
          <a:chOff x="0" y="0"/>
          <a:chExt cx="0" cy="0"/>
        </a:xfrm>
      </p:grpSpPr>
      <p:sp>
        <p:nvSpPr>
          <p:cNvPr id="95" name="Google Shape;95;p24"/>
          <p:cNvSpPr txBox="1"/>
          <p:nvPr>
            <p:ph type="title"/>
          </p:nvPr>
        </p:nvSpPr>
        <p:spPr>
          <a:xfrm>
            <a:off x="677325" y="1832775"/>
            <a:ext cx="3217200" cy="1484100"/>
          </a:xfrm>
          <a:prstGeom prst="rect">
            <a:avLst/>
          </a:prstGeom>
        </p:spPr>
        <p:txBody>
          <a:bodyPr anchorCtr="0" anchor="ctr"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p:txBody>
      </p:sp>
      <p:sp>
        <p:nvSpPr>
          <p:cNvPr id="96" name="Google Shape;96;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97" name="Google Shape;97;p24"/>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98" name="Google Shape;98;p24"/>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99" name="Google Shape;99;p24"/>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100" name="Google Shape;100;p24"/>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101" name="Google Shape;101;p24"/>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102" name="Google Shape;102;p24"/>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CUSTOM_8_1">
    <p:spTree>
      <p:nvGrpSpPr>
        <p:cNvPr id="103" name="Shape 103"/>
        <p:cNvGrpSpPr/>
        <p:nvPr/>
      </p:nvGrpSpPr>
      <p:grpSpPr>
        <a:xfrm>
          <a:off x="0" y="0"/>
          <a:ext cx="0" cy="0"/>
          <a:chOff x="0" y="0"/>
          <a:chExt cx="0" cy="0"/>
        </a:xfrm>
      </p:grpSpPr>
      <p:sp>
        <p:nvSpPr>
          <p:cNvPr id="104" name="Google Shape;104;p2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p:txBody>
      </p:sp>
      <p:sp>
        <p:nvSpPr>
          <p:cNvPr id="105" name="Google Shape;105;p25"/>
          <p:cNvSpPr txBox="1"/>
          <p:nvPr>
            <p:ph idx="1" type="body"/>
          </p:nvPr>
        </p:nvSpPr>
        <p:spPr>
          <a:xfrm>
            <a:off x="311700" y="1152475"/>
            <a:ext cx="4473900" cy="3416400"/>
          </a:xfrm>
          <a:prstGeom prst="rect">
            <a:avLst/>
          </a:prstGeom>
        </p:spPr>
        <p:txBody>
          <a:bodyPr anchorCtr="0" anchor="t" bIns="91425" lIns="91425" spcFirstLastPara="1" rIns="91425" wrap="square" tIns="91425">
            <a:normAutofit/>
          </a:bodyPr>
          <a:lstStyle>
            <a:lvl1pPr indent="-314325" lvl="0" marL="457200">
              <a:spcBef>
                <a:spcPts val="0"/>
              </a:spcBef>
              <a:spcAft>
                <a:spcPts val="0"/>
              </a:spcAft>
              <a:buSzPts val="1350"/>
              <a:buChar char="●"/>
              <a:defRPr/>
            </a:lvl1pPr>
            <a:lvl2pPr indent="-314325" lvl="1" marL="914400">
              <a:spcBef>
                <a:spcPts val="0"/>
              </a:spcBef>
              <a:spcAft>
                <a:spcPts val="0"/>
              </a:spcAft>
              <a:buSzPts val="1350"/>
              <a:buChar char="○"/>
              <a:defRPr/>
            </a:lvl2pPr>
            <a:lvl3pPr indent="-314325" lvl="2" marL="1371600">
              <a:spcBef>
                <a:spcPts val="0"/>
              </a:spcBef>
              <a:spcAft>
                <a:spcPts val="0"/>
              </a:spcAft>
              <a:buSzPts val="1350"/>
              <a:buChar char="■"/>
              <a:defRPr/>
            </a:lvl3pPr>
            <a:lvl4pPr indent="-314325" lvl="3" marL="1828800">
              <a:spcBef>
                <a:spcPts val="0"/>
              </a:spcBef>
              <a:spcAft>
                <a:spcPts val="0"/>
              </a:spcAft>
              <a:buSzPts val="1350"/>
              <a:buChar char="●"/>
              <a:defRPr/>
            </a:lvl4pPr>
            <a:lvl5pPr indent="-314325" lvl="4" marL="2286000">
              <a:spcBef>
                <a:spcPts val="0"/>
              </a:spcBef>
              <a:spcAft>
                <a:spcPts val="0"/>
              </a:spcAft>
              <a:buSzPts val="1350"/>
              <a:buChar char="○"/>
              <a:defRPr/>
            </a:lvl5pPr>
            <a:lvl6pPr indent="-314325" lvl="5" marL="2743200">
              <a:spcBef>
                <a:spcPts val="0"/>
              </a:spcBef>
              <a:spcAft>
                <a:spcPts val="0"/>
              </a:spcAft>
              <a:buSzPts val="1350"/>
              <a:buChar char="■"/>
              <a:defRPr/>
            </a:lvl6pPr>
            <a:lvl7pPr indent="-314325" lvl="6" marL="3200400">
              <a:spcBef>
                <a:spcPts val="0"/>
              </a:spcBef>
              <a:spcAft>
                <a:spcPts val="0"/>
              </a:spcAft>
              <a:buSzPts val="1350"/>
              <a:buChar char="●"/>
              <a:defRPr/>
            </a:lvl7pPr>
            <a:lvl8pPr indent="-314325" lvl="7" marL="3657600">
              <a:spcBef>
                <a:spcPts val="0"/>
              </a:spcBef>
              <a:spcAft>
                <a:spcPts val="0"/>
              </a:spcAft>
              <a:buSzPts val="1350"/>
              <a:buChar char="○"/>
              <a:defRPr/>
            </a:lvl8pPr>
            <a:lvl9pPr indent="-314325" lvl="8" marL="4114800">
              <a:spcBef>
                <a:spcPts val="0"/>
              </a:spcBef>
              <a:spcAft>
                <a:spcPts val="0"/>
              </a:spcAft>
              <a:buSzPts val="1350"/>
              <a:buChar char="■"/>
              <a:defRPr/>
            </a:lvl9pPr>
          </a:lstStyle>
          <a:p/>
        </p:txBody>
      </p:sp>
      <p:sp>
        <p:nvSpPr>
          <p:cNvPr id="106" name="Google Shape;106;p25"/>
          <p:cNvSpPr/>
          <p:nvPr>
            <p:ph idx="2" type="pic"/>
          </p:nvPr>
        </p:nvSpPr>
        <p:spPr>
          <a:xfrm>
            <a:off x="4992024" y="1152775"/>
            <a:ext cx="3840300" cy="3416400"/>
          </a:xfrm>
          <a:prstGeom prst="rect">
            <a:avLst/>
          </a:prstGeom>
          <a:noFill/>
          <a:ln>
            <a:noFill/>
          </a:ln>
        </p:spPr>
      </p:sp>
      <p:sp>
        <p:nvSpPr>
          <p:cNvPr id="107" name="Google Shape;107;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CUSTOM_1_1">
    <p:spTree>
      <p:nvGrpSpPr>
        <p:cNvPr id="108" name="Shape 108"/>
        <p:cNvGrpSpPr/>
        <p:nvPr/>
      </p:nvGrpSpPr>
      <p:grpSpPr>
        <a:xfrm>
          <a:off x="0" y="0"/>
          <a:ext cx="0" cy="0"/>
          <a:chOff x="0" y="0"/>
          <a:chExt cx="0" cy="0"/>
        </a:xfrm>
      </p:grpSpPr>
      <p:sp>
        <p:nvSpPr>
          <p:cNvPr id="109" name="Google Shape;109;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10" name="Google Shape;110;p26"/>
          <p:cNvSpPr txBox="1"/>
          <p:nvPr>
            <p:ph type="title"/>
          </p:nvPr>
        </p:nvSpPr>
        <p:spPr>
          <a:xfrm>
            <a:off x="483175" y="450025"/>
            <a:ext cx="8184600" cy="758100"/>
          </a:xfrm>
          <a:prstGeom prst="rect">
            <a:avLst/>
          </a:prstGeom>
        </p:spPr>
        <p:txBody>
          <a:bodyPr anchorCtr="0" anchor="ctr"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11" name="Google Shape;111;p26"/>
          <p:cNvSpPr txBox="1"/>
          <p:nvPr>
            <p:ph idx="1" type="body"/>
          </p:nvPr>
        </p:nvSpPr>
        <p:spPr>
          <a:xfrm>
            <a:off x="483150" y="2237788"/>
            <a:ext cx="3619800" cy="2373600"/>
          </a:xfrm>
          <a:prstGeom prst="rect">
            <a:avLst/>
          </a:prstGeom>
        </p:spPr>
        <p:txBody>
          <a:bodyPr anchorCtr="0" anchor="t" bIns="91425" lIns="91425" spcFirstLastPara="1" rIns="91425" wrap="square" tIns="91425">
            <a:normAutofit/>
          </a:bodyPr>
          <a:lstStyle>
            <a:lvl1pPr indent="-314325" lvl="0" marL="457200">
              <a:spcBef>
                <a:spcPts val="0"/>
              </a:spcBef>
              <a:spcAft>
                <a:spcPts val="0"/>
              </a:spcAft>
              <a:buSzPts val="1350"/>
              <a:buChar char="●"/>
              <a:defRPr/>
            </a:lvl1pPr>
            <a:lvl2pPr indent="-314325" lvl="1" marL="914400">
              <a:spcBef>
                <a:spcPts val="0"/>
              </a:spcBef>
              <a:spcAft>
                <a:spcPts val="0"/>
              </a:spcAft>
              <a:buSzPts val="1350"/>
              <a:buChar char="○"/>
              <a:defRPr/>
            </a:lvl2pPr>
            <a:lvl3pPr indent="-314325" lvl="2" marL="1371600">
              <a:spcBef>
                <a:spcPts val="0"/>
              </a:spcBef>
              <a:spcAft>
                <a:spcPts val="0"/>
              </a:spcAft>
              <a:buSzPts val="1350"/>
              <a:buChar char="■"/>
              <a:defRPr/>
            </a:lvl3pPr>
            <a:lvl4pPr indent="-314325" lvl="3" marL="1828800">
              <a:spcBef>
                <a:spcPts val="0"/>
              </a:spcBef>
              <a:spcAft>
                <a:spcPts val="0"/>
              </a:spcAft>
              <a:buSzPts val="1350"/>
              <a:buChar char="●"/>
              <a:defRPr/>
            </a:lvl4pPr>
            <a:lvl5pPr indent="-314325" lvl="4" marL="2286000">
              <a:spcBef>
                <a:spcPts val="0"/>
              </a:spcBef>
              <a:spcAft>
                <a:spcPts val="0"/>
              </a:spcAft>
              <a:buSzPts val="1350"/>
              <a:buChar char="○"/>
              <a:defRPr/>
            </a:lvl5pPr>
            <a:lvl6pPr indent="-314325" lvl="5" marL="2743200">
              <a:spcBef>
                <a:spcPts val="0"/>
              </a:spcBef>
              <a:spcAft>
                <a:spcPts val="0"/>
              </a:spcAft>
              <a:buSzPts val="1350"/>
              <a:buChar char="■"/>
              <a:defRPr/>
            </a:lvl6pPr>
            <a:lvl7pPr indent="-314325" lvl="6" marL="3200400">
              <a:spcBef>
                <a:spcPts val="0"/>
              </a:spcBef>
              <a:spcAft>
                <a:spcPts val="0"/>
              </a:spcAft>
              <a:buSzPts val="1350"/>
              <a:buChar char="●"/>
              <a:defRPr/>
            </a:lvl7pPr>
            <a:lvl8pPr indent="-314325" lvl="7" marL="3657600">
              <a:spcBef>
                <a:spcPts val="0"/>
              </a:spcBef>
              <a:spcAft>
                <a:spcPts val="0"/>
              </a:spcAft>
              <a:buSzPts val="1350"/>
              <a:buChar char="○"/>
              <a:defRPr/>
            </a:lvl8pPr>
            <a:lvl9pPr indent="-314325" lvl="8" marL="4114800">
              <a:spcBef>
                <a:spcPts val="0"/>
              </a:spcBef>
              <a:spcAft>
                <a:spcPts val="0"/>
              </a:spcAft>
              <a:buSzPts val="1350"/>
              <a:buChar char="■"/>
              <a:defRPr/>
            </a:lvl9pPr>
          </a:lstStyle>
          <a:p/>
        </p:txBody>
      </p:sp>
      <p:sp>
        <p:nvSpPr>
          <p:cNvPr id="112" name="Google Shape;112;p26"/>
          <p:cNvSpPr txBox="1"/>
          <p:nvPr>
            <p:ph idx="2" type="body"/>
          </p:nvPr>
        </p:nvSpPr>
        <p:spPr>
          <a:xfrm>
            <a:off x="5048000" y="2237788"/>
            <a:ext cx="3619800" cy="2373600"/>
          </a:xfrm>
          <a:prstGeom prst="rect">
            <a:avLst/>
          </a:prstGeom>
        </p:spPr>
        <p:txBody>
          <a:bodyPr anchorCtr="0" anchor="t" bIns="91425" lIns="91425" spcFirstLastPara="1" rIns="91425" wrap="square" tIns="91425">
            <a:normAutofit/>
          </a:bodyPr>
          <a:lstStyle>
            <a:lvl1pPr indent="-314325" lvl="0" marL="457200">
              <a:spcBef>
                <a:spcPts val="0"/>
              </a:spcBef>
              <a:spcAft>
                <a:spcPts val="0"/>
              </a:spcAft>
              <a:buSzPts val="1350"/>
              <a:buChar char="●"/>
              <a:defRPr/>
            </a:lvl1pPr>
            <a:lvl2pPr indent="-314325" lvl="1" marL="914400">
              <a:spcBef>
                <a:spcPts val="0"/>
              </a:spcBef>
              <a:spcAft>
                <a:spcPts val="0"/>
              </a:spcAft>
              <a:buSzPts val="1350"/>
              <a:buChar char="○"/>
              <a:defRPr/>
            </a:lvl2pPr>
            <a:lvl3pPr indent="-314325" lvl="2" marL="1371600">
              <a:spcBef>
                <a:spcPts val="0"/>
              </a:spcBef>
              <a:spcAft>
                <a:spcPts val="0"/>
              </a:spcAft>
              <a:buSzPts val="1350"/>
              <a:buChar char="■"/>
              <a:defRPr/>
            </a:lvl3pPr>
            <a:lvl4pPr indent="-314325" lvl="3" marL="1828800">
              <a:spcBef>
                <a:spcPts val="0"/>
              </a:spcBef>
              <a:spcAft>
                <a:spcPts val="0"/>
              </a:spcAft>
              <a:buSzPts val="1350"/>
              <a:buChar char="●"/>
              <a:defRPr/>
            </a:lvl4pPr>
            <a:lvl5pPr indent="-314325" lvl="4" marL="2286000">
              <a:spcBef>
                <a:spcPts val="0"/>
              </a:spcBef>
              <a:spcAft>
                <a:spcPts val="0"/>
              </a:spcAft>
              <a:buSzPts val="1350"/>
              <a:buChar char="○"/>
              <a:defRPr/>
            </a:lvl5pPr>
            <a:lvl6pPr indent="-314325" lvl="5" marL="2743200">
              <a:spcBef>
                <a:spcPts val="0"/>
              </a:spcBef>
              <a:spcAft>
                <a:spcPts val="0"/>
              </a:spcAft>
              <a:buSzPts val="1350"/>
              <a:buChar char="■"/>
              <a:defRPr/>
            </a:lvl6pPr>
            <a:lvl7pPr indent="-314325" lvl="6" marL="3200400">
              <a:spcBef>
                <a:spcPts val="0"/>
              </a:spcBef>
              <a:spcAft>
                <a:spcPts val="0"/>
              </a:spcAft>
              <a:buSzPts val="1350"/>
              <a:buChar char="●"/>
              <a:defRPr/>
            </a:lvl7pPr>
            <a:lvl8pPr indent="-314325" lvl="7" marL="3657600">
              <a:spcBef>
                <a:spcPts val="0"/>
              </a:spcBef>
              <a:spcAft>
                <a:spcPts val="0"/>
              </a:spcAft>
              <a:buSzPts val="1350"/>
              <a:buChar char="○"/>
              <a:defRPr/>
            </a:lvl8pPr>
            <a:lvl9pPr indent="-314325" lvl="8" marL="4114800">
              <a:spcBef>
                <a:spcPts val="0"/>
              </a:spcBef>
              <a:spcAft>
                <a:spcPts val="0"/>
              </a:spcAft>
              <a:buSzPts val="1350"/>
              <a:buChar char="■"/>
              <a:defRPr/>
            </a:lvl9pPr>
          </a:lstStyle>
          <a:p/>
        </p:txBody>
      </p:sp>
      <p:sp>
        <p:nvSpPr>
          <p:cNvPr id="113" name="Google Shape;113;p26"/>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114" name="Google Shape;114;p26"/>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CUSTOM_2_2">
    <p:spTree>
      <p:nvGrpSpPr>
        <p:cNvPr id="115" name="Shape 115"/>
        <p:cNvGrpSpPr/>
        <p:nvPr/>
      </p:nvGrpSpPr>
      <p:grpSpPr>
        <a:xfrm>
          <a:off x="0" y="0"/>
          <a:ext cx="0" cy="0"/>
          <a:chOff x="0" y="0"/>
          <a:chExt cx="0" cy="0"/>
        </a:xfrm>
      </p:grpSpPr>
      <p:sp>
        <p:nvSpPr>
          <p:cNvPr id="116" name="Google Shape;116;p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17" name="Google Shape;117;p27"/>
          <p:cNvSpPr txBox="1"/>
          <p:nvPr>
            <p:ph idx="1" type="body"/>
          </p:nvPr>
        </p:nvSpPr>
        <p:spPr>
          <a:xfrm>
            <a:off x="483175" y="2417500"/>
            <a:ext cx="2455500" cy="2373600"/>
          </a:xfrm>
          <a:prstGeom prst="rect">
            <a:avLst/>
          </a:prstGeom>
        </p:spPr>
        <p:txBody>
          <a:bodyPr anchorCtr="0" anchor="t" bIns="91425" lIns="91425" spcFirstLastPara="1" rIns="91425" wrap="square" tIns="91425">
            <a:normAutofit/>
          </a:bodyPr>
          <a:lstStyle>
            <a:lvl1pPr indent="-314325" lvl="0" marL="457200">
              <a:spcBef>
                <a:spcPts val="0"/>
              </a:spcBef>
              <a:spcAft>
                <a:spcPts val="0"/>
              </a:spcAft>
              <a:buSzPts val="1350"/>
              <a:buChar char="●"/>
              <a:defRPr/>
            </a:lvl1pPr>
            <a:lvl2pPr indent="-314325" lvl="1" marL="914400">
              <a:spcBef>
                <a:spcPts val="0"/>
              </a:spcBef>
              <a:spcAft>
                <a:spcPts val="0"/>
              </a:spcAft>
              <a:buSzPts val="1350"/>
              <a:buChar char="○"/>
              <a:defRPr/>
            </a:lvl2pPr>
            <a:lvl3pPr indent="-314325" lvl="2" marL="1371600">
              <a:spcBef>
                <a:spcPts val="0"/>
              </a:spcBef>
              <a:spcAft>
                <a:spcPts val="0"/>
              </a:spcAft>
              <a:buSzPts val="1350"/>
              <a:buChar char="■"/>
              <a:defRPr/>
            </a:lvl3pPr>
            <a:lvl4pPr indent="-314325" lvl="3" marL="1828800">
              <a:spcBef>
                <a:spcPts val="0"/>
              </a:spcBef>
              <a:spcAft>
                <a:spcPts val="0"/>
              </a:spcAft>
              <a:buSzPts val="1350"/>
              <a:buChar char="●"/>
              <a:defRPr/>
            </a:lvl4pPr>
            <a:lvl5pPr indent="-314325" lvl="4" marL="2286000">
              <a:spcBef>
                <a:spcPts val="0"/>
              </a:spcBef>
              <a:spcAft>
                <a:spcPts val="0"/>
              </a:spcAft>
              <a:buSzPts val="1350"/>
              <a:buChar char="○"/>
              <a:defRPr/>
            </a:lvl5pPr>
            <a:lvl6pPr indent="-314325" lvl="5" marL="2743200">
              <a:spcBef>
                <a:spcPts val="0"/>
              </a:spcBef>
              <a:spcAft>
                <a:spcPts val="0"/>
              </a:spcAft>
              <a:buSzPts val="1350"/>
              <a:buChar char="■"/>
              <a:defRPr/>
            </a:lvl6pPr>
            <a:lvl7pPr indent="-314325" lvl="6" marL="3200400">
              <a:spcBef>
                <a:spcPts val="0"/>
              </a:spcBef>
              <a:spcAft>
                <a:spcPts val="0"/>
              </a:spcAft>
              <a:buSzPts val="1350"/>
              <a:buChar char="●"/>
              <a:defRPr/>
            </a:lvl7pPr>
            <a:lvl8pPr indent="-314325" lvl="7" marL="3657600">
              <a:spcBef>
                <a:spcPts val="0"/>
              </a:spcBef>
              <a:spcAft>
                <a:spcPts val="0"/>
              </a:spcAft>
              <a:buSzPts val="1350"/>
              <a:buChar char="○"/>
              <a:defRPr/>
            </a:lvl8pPr>
            <a:lvl9pPr indent="-314325" lvl="8" marL="4114800">
              <a:spcBef>
                <a:spcPts val="0"/>
              </a:spcBef>
              <a:spcAft>
                <a:spcPts val="0"/>
              </a:spcAft>
              <a:buSzPts val="1350"/>
              <a:buChar char="■"/>
              <a:defRPr/>
            </a:lvl9pPr>
          </a:lstStyle>
          <a:p/>
        </p:txBody>
      </p:sp>
      <p:sp>
        <p:nvSpPr>
          <p:cNvPr id="118" name="Google Shape;118;p27"/>
          <p:cNvSpPr txBox="1"/>
          <p:nvPr>
            <p:ph idx="2" type="body"/>
          </p:nvPr>
        </p:nvSpPr>
        <p:spPr>
          <a:xfrm>
            <a:off x="3347725" y="2417500"/>
            <a:ext cx="2455500" cy="2373600"/>
          </a:xfrm>
          <a:prstGeom prst="rect">
            <a:avLst/>
          </a:prstGeom>
        </p:spPr>
        <p:txBody>
          <a:bodyPr anchorCtr="0" anchor="t" bIns="91425" lIns="91425" spcFirstLastPara="1" rIns="91425" wrap="square" tIns="91425">
            <a:normAutofit/>
          </a:bodyPr>
          <a:lstStyle>
            <a:lvl1pPr indent="-314325" lvl="0" marL="457200">
              <a:spcBef>
                <a:spcPts val="0"/>
              </a:spcBef>
              <a:spcAft>
                <a:spcPts val="0"/>
              </a:spcAft>
              <a:buSzPts val="1350"/>
              <a:buChar char="●"/>
              <a:defRPr/>
            </a:lvl1pPr>
            <a:lvl2pPr indent="-314325" lvl="1" marL="914400">
              <a:spcBef>
                <a:spcPts val="0"/>
              </a:spcBef>
              <a:spcAft>
                <a:spcPts val="0"/>
              </a:spcAft>
              <a:buSzPts val="1350"/>
              <a:buChar char="○"/>
              <a:defRPr/>
            </a:lvl2pPr>
            <a:lvl3pPr indent="-314325" lvl="2" marL="1371600">
              <a:spcBef>
                <a:spcPts val="0"/>
              </a:spcBef>
              <a:spcAft>
                <a:spcPts val="0"/>
              </a:spcAft>
              <a:buSzPts val="1350"/>
              <a:buChar char="■"/>
              <a:defRPr/>
            </a:lvl3pPr>
            <a:lvl4pPr indent="-314325" lvl="3" marL="1828800">
              <a:spcBef>
                <a:spcPts val="0"/>
              </a:spcBef>
              <a:spcAft>
                <a:spcPts val="0"/>
              </a:spcAft>
              <a:buSzPts val="1350"/>
              <a:buChar char="●"/>
              <a:defRPr/>
            </a:lvl4pPr>
            <a:lvl5pPr indent="-314325" lvl="4" marL="2286000">
              <a:spcBef>
                <a:spcPts val="0"/>
              </a:spcBef>
              <a:spcAft>
                <a:spcPts val="0"/>
              </a:spcAft>
              <a:buSzPts val="1350"/>
              <a:buChar char="○"/>
              <a:defRPr/>
            </a:lvl5pPr>
            <a:lvl6pPr indent="-314325" lvl="5" marL="2743200">
              <a:spcBef>
                <a:spcPts val="0"/>
              </a:spcBef>
              <a:spcAft>
                <a:spcPts val="0"/>
              </a:spcAft>
              <a:buSzPts val="1350"/>
              <a:buChar char="■"/>
              <a:defRPr/>
            </a:lvl6pPr>
            <a:lvl7pPr indent="-314325" lvl="6" marL="3200400">
              <a:spcBef>
                <a:spcPts val="0"/>
              </a:spcBef>
              <a:spcAft>
                <a:spcPts val="0"/>
              </a:spcAft>
              <a:buSzPts val="1350"/>
              <a:buChar char="●"/>
              <a:defRPr/>
            </a:lvl7pPr>
            <a:lvl8pPr indent="-314325" lvl="7" marL="3657600">
              <a:spcBef>
                <a:spcPts val="0"/>
              </a:spcBef>
              <a:spcAft>
                <a:spcPts val="0"/>
              </a:spcAft>
              <a:buSzPts val="1350"/>
              <a:buChar char="○"/>
              <a:defRPr/>
            </a:lvl8pPr>
            <a:lvl9pPr indent="-314325" lvl="8" marL="4114800">
              <a:spcBef>
                <a:spcPts val="0"/>
              </a:spcBef>
              <a:spcAft>
                <a:spcPts val="0"/>
              </a:spcAft>
              <a:buSzPts val="1350"/>
              <a:buChar char="■"/>
              <a:defRPr/>
            </a:lvl9pPr>
          </a:lstStyle>
          <a:p/>
        </p:txBody>
      </p:sp>
      <p:sp>
        <p:nvSpPr>
          <p:cNvPr id="119" name="Google Shape;119;p27"/>
          <p:cNvSpPr txBox="1"/>
          <p:nvPr>
            <p:ph idx="3" type="body"/>
          </p:nvPr>
        </p:nvSpPr>
        <p:spPr>
          <a:xfrm>
            <a:off x="6212275" y="2417500"/>
            <a:ext cx="2455500" cy="2373600"/>
          </a:xfrm>
          <a:prstGeom prst="rect">
            <a:avLst/>
          </a:prstGeom>
        </p:spPr>
        <p:txBody>
          <a:bodyPr anchorCtr="0" anchor="t" bIns="91425" lIns="91425" spcFirstLastPara="1" rIns="91425" wrap="square" tIns="91425">
            <a:normAutofit/>
          </a:bodyPr>
          <a:lstStyle>
            <a:lvl1pPr indent="-314325" lvl="0" marL="457200">
              <a:spcBef>
                <a:spcPts val="0"/>
              </a:spcBef>
              <a:spcAft>
                <a:spcPts val="0"/>
              </a:spcAft>
              <a:buSzPts val="1350"/>
              <a:buChar char="●"/>
              <a:defRPr/>
            </a:lvl1pPr>
            <a:lvl2pPr indent="-314325" lvl="1" marL="914400">
              <a:spcBef>
                <a:spcPts val="0"/>
              </a:spcBef>
              <a:spcAft>
                <a:spcPts val="0"/>
              </a:spcAft>
              <a:buSzPts val="1350"/>
              <a:buChar char="○"/>
              <a:defRPr/>
            </a:lvl2pPr>
            <a:lvl3pPr indent="-314325" lvl="2" marL="1371600">
              <a:spcBef>
                <a:spcPts val="0"/>
              </a:spcBef>
              <a:spcAft>
                <a:spcPts val="0"/>
              </a:spcAft>
              <a:buSzPts val="1350"/>
              <a:buChar char="■"/>
              <a:defRPr/>
            </a:lvl3pPr>
            <a:lvl4pPr indent="-314325" lvl="3" marL="1828800">
              <a:spcBef>
                <a:spcPts val="0"/>
              </a:spcBef>
              <a:spcAft>
                <a:spcPts val="0"/>
              </a:spcAft>
              <a:buSzPts val="1350"/>
              <a:buChar char="●"/>
              <a:defRPr/>
            </a:lvl4pPr>
            <a:lvl5pPr indent="-314325" lvl="4" marL="2286000">
              <a:spcBef>
                <a:spcPts val="0"/>
              </a:spcBef>
              <a:spcAft>
                <a:spcPts val="0"/>
              </a:spcAft>
              <a:buSzPts val="1350"/>
              <a:buChar char="○"/>
              <a:defRPr/>
            </a:lvl5pPr>
            <a:lvl6pPr indent="-314325" lvl="5" marL="2743200">
              <a:spcBef>
                <a:spcPts val="0"/>
              </a:spcBef>
              <a:spcAft>
                <a:spcPts val="0"/>
              </a:spcAft>
              <a:buSzPts val="1350"/>
              <a:buChar char="■"/>
              <a:defRPr/>
            </a:lvl6pPr>
            <a:lvl7pPr indent="-314325" lvl="6" marL="3200400">
              <a:spcBef>
                <a:spcPts val="0"/>
              </a:spcBef>
              <a:spcAft>
                <a:spcPts val="0"/>
              </a:spcAft>
              <a:buSzPts val="1350"/>
              <a:buChar char="●"/>
              <a:defRPr/>
            </a:lvl7pPr>
            <a:lvl8pPr indent="-314325" lvl="7" marL="3657600">
              <a:spcBef>
                <a:spcPts val="0"/>
              </a:spcBef>
              <a:spcAft>
                <a:spcPts val="0"/>
              </a:spcAft>
              <a:buSzPts val="1350"/>
              <a:buChar char="○"/>
              <a:defRPr/>
            </a:lvl8pPr>
            <a:lvl9pPr indent="-314325" lvl="8" marL="4114800">
              <a:spcBef>
                <a:spcPts val="0"/>
              </a:spcBef>
              <a:spcAft>
                <a:spcPts val="0"/>
              </a:spcAft>
              <a:buSzPts val="1350"/>
              <a:buChar char="■"/>
              <a:defRPr/>
            </a:lvl9pPr>
          </a:lstStyle>
          <a:p/>
        </p:txBody>
      </p:sp>
      <p:sp>
        <p:nvSpPr>
          <p:cNvPr id="120" name="Google Shape;120;p27"/>
          <p:cNvSpPr txBox="1"/>
          <p:nvPr>
            <p:ph type="title"/>
          </p:nvPr>
        </p:nvSpPr>
        <p:spPr>
          <a:xfrm>
            <a:off x="483175" y="450025"/>
            <a:ext cx="8184600" cy="758100"/>
          </a:xfrm>
          <a:prstGeom prst="rect">
            <a:avLst/>
          </a:prstGeom>
        </p:spPr>
        <p:txBody>
          <a:bodyPr anchorCtr="0" anchor="ctr"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21" name="Google Shape;121;p27"/>
          <p:cNvSpPr txBox="1"/>
          <p:nvPr>
            <p:ph idx="4"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122" name="Google Shape;122;p27"/>
          <p:cNvSpPr txBox="1"/>
          <p:nvPr>
            <p:ph idx="5"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123" name="Google Shape;123;p27"/>
          <p:cNvSpPr txBox="1"/>
          <p:nvPr>
            <p:ph idx="6"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CUSTOM_3_1">
    <p:spTree>
      <p:nvGrpSpPr>
        <p:cNvPr id="124" name="Shape 124"/>
        <p:cNvGrpSpPr/>
        <p:nvPr/>
      </p:nvGrpSpPr>
      <p:grpSpPr>
        <a:xfrm>
          <a:off x="0" y="0"/>
          <a:ext cx="0" cy="0"/>
          <a:chOff x="0" y="0"/>
          <a:chExt cx="0" cy="0"/>
        </a:xfrm>
      </p:grpSpPr>
      <p:sp>
        <p:nvSpPr>
          <p:cNvPr id="125" name="Google Shape;125;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26" name="Google Shape;126;p28"/>
          <p:cNvSpPr txBox="1"/>
          <p:nvPr>
            <p:ph idx="1" type="body"/>
          </p:nvPr>
        </p:nvSpPr>
        <p:spPr>
          <a:xfrm>
            <a:off x="366725" y="1759093"/>
            <a:ext cx="3838500" cy="11385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14325" lvl="1" marL="914400">
              <a:spcBef>
                <a:spcPts val="0"/>
              </a:spcBef>
              <a:spcAft>
                <a:spcPts val="0"/>
              </a:spcAft>
              <a:buSzPts val="1350"/>
              <a:buChar char="○"/>
              <a:defRPr/>
            </a:lvl2pPr>
            <a:lvl3pPr indent="-314325" lvl="2" marL="1371600">
              <a:spcBef>
                <a:spcPts val="0"/>
              </a:spcBef>
              <a:spcAft>
                <a:spcPts val="0"/>
              </a:spcAft>
              <a:buSzPts val="1350"/>
              <a:buChar char="■"/>
              <a:defRPr/>
            </a:lvl3pPr>
            <a:lvl4pPr indent="-314325" lvl="3" marL="1828800">
              <a:spcBef>
                <a:spcPts val="0"/>
              </a:spcBef>
              <a:spcAft>
                <a:spcPts val="0"/>
              </a:spcAft>
              <a:buSzPts val="1350"/>
              <a:buChar char="●"/>
              <a:defRPr/>
            </a:lvl4pPr>
            <a:lvl5pPr indent="-314325" lvl="4" marL="2286000">
              <a:spcBef>
                <a:spcPts val="0"/>
              </a:spcBef>
              <a:spcAft>
                <a:spcPts val="0"/>
              </a:spcAft>
              <a:buSzPts val="1350"/>
              <a:buChar char="○"/>
              <a:defRPr/>
            </a:lvl5pPr>
            <a:lvl6pPr indent="-314325" lvl="5" marL="2743200">
              <a:spcBef>
                <a:spcPts val="0"/>
              </a:spcBef>
              <a:spcAft>
                <a:spcPts val="0"/>
              </a:spcAft>
              <a:buSzPts val="1350"/>
              <a:buChar char="■"/>
              <a:defRPr/>
            </a:lvl6pPr>
            <a:lvl7pPr indent="-314325" lvl="6" marL="3200400">
              <a:spcBef>
                <a:spcPts val="0"/>
              </a:spcBef>
              <a:spcAft>
                <a:spcPts val="0"/>
              </a:spcAft>
              <a:buSzPts val="1350"/>
              <a:buChar char="●"/>
              <a:defRPr/>
            </a:lvl7pPr>
            <a:lvl8pPr indent="-314325" lvl="7" marL="3657600">
              <a:spcBef>
                <a:spcPts val="0"/>
              </a:spcBef>
              <a:spcAft>
                <a:spcPts val="0"/>
              </a:spcAft>
              <a:buSzPts val="1350"/>
              <a:buChar char="○"/>
              <a:defRPr/>
            </a:lvl8pPr>
            <a:lvl9pPr indent="-314325" lvl="8" marL="4114800">
              <a:spcBef>
                <a:spcPts val="0"/>
              </a:spcBef>
              <a:spcAft>
                <a:spcPts val="0"/>
              </a:spcAft>
              <a:buSzPts val="1350"/>
              <a:buChar char="■"/>
              <a:defRPr/>
            </a:lvl9pPr>
          </a:lstStyle>
          <a:p/>
        </p:txBody>
      </p:sp>
      <p:sp>
        <p:nvSpPr>
          <p:cNvPr id="127" name="Google Shape;127;p28"/>
          <p:cNvSpPr txBox="1"/>
          <p:nvPr>
            <p:ph idx="2" type="body"/>
          </p:nvPr>
        </p:nvSpPr>
        <p:spPr>
          <a:xfrm>
            <a:off x="4938725" y="1759093"/>
            <a:ext cx="3838500" cy="11385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14325" lvl="1" marL="914400">
              <a:spcBef>
                <a:spcPts val="0"/>
              </a:spcBef>
              <a:spcAft>
                <a:spcPts val="0"/>
              </a:spcAft>
              <a:buSzPts val="1350"/>
              <a:buChar char="○"/>
              <a:defRPr/>
            </a:lvl2pPr>
            <a:lvl3pPr indent="-314325" lvl="2" marL="1371600">
              <a:spcBef>
                <a:spcPts val="0"/>
              </a:spcBef>
              <a:spcAft>
                <a:spcPts val="0"/>
              </a:spcAft>
              <a:buSzPts val="1350"/>
              <a:buChar char="■"/>
              <a:defRPr/>
            </a:lvl3pPr>
            <a:lvl4pPr indent="-314325" lvl="3" marL="1828800">
              <a:spcBef>
                <a:spcPts val="0"/>
              </a:spcBef>
              <a:spcAft>
                <a:spcPts val="0"/>
              </a:spcAft>
              <a:buSzPts val="1350"/>
              <a:buChar char="●"/>
              <a:defRPr/>
            </a:lvl4pPr>
            <a:lvl5pPr indent="-314325" lvl="4" marL="2286000">
              <a:spcBef>
                <a:spcPts val="0"/>
              </a:spcBef>
              <a:spcAft>
                <a:spcPts val="0"/>
              </a:spcAft>
              <a:buSzPts val="1350"/>
              <a:buChar char="○"/>
              <a:defRPr/>
            </a:lvl5pPr>
            <a:lvl6pPr indent="-314325" lvl="5" marL="2743200">
              <a:spcBef>
                <a:spcPts val="0"/>
              </a:spcBef>
              <a:spcAft>
                <a:spcPts val="0"/>
              </a:spcAft>
              <a:buSzPts val="1350"/>
              <a:buChar char="■"/>
              <a:defRPr/>
            </a:lvl6pPr>
            <a:lvl7pPr indent="-314325" lvl="6" marL="3200400">
              <a:spcBef>
                <a:spcPts val="0"/>
              </a:spcBef>
              <a:spcAft>
                <a:spcPts val="0"/>
              </a:spcAft>
              <a:buSzPts val="1350"/>
              <a:buChar char="●"/>
              <a:defRPr/>
            </a:lvl7pPr>
            <a:lvl8pPr indent="-314325" lvl="7" marL="3657600">
              <a:spcBef>
                <a:spcPts val="0"/>
              </a:spcBef>
              <a:spcAft>
                <a:spcPts val="0"/>
              </a:spcAft>
              <a:buSzPts val="1350"/>
              <a:buChar char="○"/>
              <a:defRPr/>
            </a:lvl8pPr>
            <a:lvl9pPr indent="-314325" lvl="8" marL="4114800">
              <a:spcBef>
                <a:spcPts val="0"/>
              </a:spcBef>
              <a:spcAft>
                <a:spcPts val="0"/>
              </a:spcAft>
              <a:buSzPts val="1350"/>
              <a:buChar char="■"/>
              <a:defRPr/>
            </a:lvl9pPr>
          </a:lstStyle>
          <a:p/>
        </p:txBody>
      </p:sp>
      <p:sp>
        <p:nvSpPr>
          <p:cNvPr id="128" name="Google Shape;128;p28"/>
          <p:cNvSpPr txBox="1"/>
          <p:nvPr>
            <p:ph idx="3" type="body"/>
          </p:nvPr>
        </p:nvSpPr>
        <p:spPr>
          <a:xfrm>
            <a:off x="366750" y="3648575"/>
            <a:ext cx="3838500" cy="11385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14325" lvl="1" marL="914400">
              <a:spcBef>
                <a:spcPts val="0"/>
              </a:spcBef>
              <a:spcAft>
                <a:spcPts val="0"/>
              </a:spcAft>
              <a:buSzPts val="1350"/>
              <a:buChar char="○"/>
              <a:defRPr/>
            </a:lvl2pPr>
            <a:lvl3pPr indent="-314325" lvl="2" marL="1371600">
              <a:spcBef>
                <a:spcPts val="0"/>
              </a:spcBef>
              <a:spcAft>
                <a:spcPts val="0"/>
              </a:spcAft>
              <a:buSzPts val="1350"/>
              <a:buChar char="■"/>
              <a:defRPr/>
            </a:lvl3pPr>
            <a:lvl4pPr indent="-314325" lvl="3" marL="1828800">
              <a:spcBef>
                <a:spcPts val="0"/>
              </a:spcBef>
              <a:spcAft>
                <a:spcPts val="0"/>
              </a:spcAft>
              <a:buSzPts val="1350"/>
              <a:buChar char="●"/>
              <a:defRPr/>
            </a:lvl4pPr>
            <a:lvl5pPr indent="-314325" lvl="4" marL="2286000">
              <a:spcBef>
                <a:spcPts val="0"/>
              </a:spcBef>
              <a:spcAft>
                <a:spcPts val="0"/>
              </a:spcAft>
              <a:buSzPts val="1350"/>
              <a:buChar char="○"/>
              <a:defRPr/>
            </a:lvl5pPr>
            <a:lvl6pPr indent="-314325" lvl="5" marL="2743200">
              <a:spcBef>
                <a:spcPts val="0"/>
              </a:spcBef>
              <a:spcAft>
                <a:spcPts val="0"/>
              </a:spcAft>
              <a:buSzPts val="1350"/>
              <a:buChar char="■"/>
              <a:defRPr/>
            </a:lvl6pPr>
            <a:lvl7pPr indent="-314325" lvl="6" marL="3200400">
              <a:spcBef>
                <a:spcPts val="0"/>
              </a:spcBef>
              <a:spcAft>
                <a:spcPts val="0"/>
              </a:spcAft>
              <a:buSzPts val="1350"/>
              <a:buChar char="●"/>
              <a:defRPr/>
            </a:lvl7pPr>
            <a:lvl8pPr indent="-314325" lvl="7" marL="3657600">
              <a:spcBef>
                <a:spcPts val="0"/>
              </a:spcBef>
              <a:spcAft>
                <a:spcPts val="0"/>
              </a:spcAft>
              <a:buSzPts val="1350"/>
              <a:buChar char="○"/>
              <a:defRPr/>
            </a:lvl8pPr>
            <a:lvl9pPr indent="-314325" lvl="8" marL="4114800">
              <a:spcBef>
                <a:spcPts val="0"/>
              </a:spcBef>
              <a:spcAft>
                <a:spcPts val="0"/>
              </a:spcAft>
              <a:buSzPts val="1350"/>
              <a:buChar char="■"/>
              <a:defRPr/>
            </a:lvl9pPr>
          </a:lstStyle>
          <a:p/>
        </p:txBody>
      </p:sp>
      <p:sp>
        <p:nvSpPr>
          <p:cNvPr id="129" name="Google Shape;129;p28"/>
          <p:cNvSpPr txBox="1"/>
          <p:nvPr>
            <p:ph idx="4" type="body"/>
          </p:nvPr>
        </p:nvSpPr>
        <p:spPr>
          <a:xfrm>
            <a:off x="4938750" y="3648575"/>
            <a:ext cx="3838500" cy="11385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14325" lvl="1" marL="914400">
              <a:spcBef>
                <a:spcPts val="0"/>
              </a:spcBef>
              <a:spcAft>
                <a:spcPts val="0"/>
              </a:spcAft>
              <a:buSzPts val="1350"/>
              <a:buChar char="○"/>
              <a:defRPr/>
            </a:lvl2pPr>
            <a:lvl3pPr indent="-314325" lvl="2" marL="1371600">
              <a:spcBef>
                <a:spcPts val="0"/>
              </a:spcBef>
              <a:spcAft>
                <a:spcPts val="0"/>
              </a:spcAft>
              <a:buSzPts val="1350"/>
              <a:buChar char="■"/>
              <a:defRPr/>
            </a:lvl3pPr>
            <a:lvl4pPr indent="-314325" lvl="3" marL="1828800">
              <a:spcBef>
                <a:spcPts val="0"/>
              </a:spcBef>
              <a:spcAft>
                <a:spcPts val="0"/>
              </a:spcAft>
              <a:buSzPts val="1350"/>
              <a:buChar char="●"/>
              <a:defRPr/>
            </a:lvl4pPr>
            <a:lvl5pPr indent="-314325" lvl="4" marL="2286000">
              <a:spcBef>
                <a:spcPts val="0"/>
              </a:spcBef>
              <a:spcAft>
                <a:spcPts val="0"/>
              </a:spcAft>
              <a:buSzPts val="1350"/>
              <a:buChar char="○"/>
              <a:defRPr/>
            </a:lvl5pPr>
            <a:lvl6pPr indent="-314325" lvl="5" marL="2743200">
              <a:spcBef>
                <a:spcPts val="0"/>
              </a:spcBef>
              <a:spcAft>
                <a:spcPts val="0"/>
              </a:spcAft>
              <a:buSzPts val="1350"/>
              <a:buChar char="■"/>
              <a:defRPr/>
            </a:lvl6pPr>
            <a:lvl7pPr indent="-314325" lvl="6" marL="3200400">
              <a:spcBef>
                <a:spcPts val="0"/>
              </a:spcBef>
              <a:spcAft>
                <a:spcPts val="0"/>
              </a:spcAft>
              <a:buSzPts val="1350"/>
              <a:buChar char="●"/>
              <a:defRPr/>
            </a:lvl7pPr>
            <a:lvl8pPr indent="-314325" lvl="7" marL="3657600">
              <a:spcBef>
                <a:spcPts val="0"/>
              </a:spcBef>
              <a:spcAft>
                <a:spcPts val="0"/>
              </a:spcAft>
              <a:buSzPts val="1350"/>
              <a:buChar char="○"/>
              <a:defRPr/>
            </a:lvl8pPr>
            <a:lvl9pPr indent="-314325" lvl="8" marL="4114800">
              <a:spcBef>
                <a:spcPts val="0"/>
              </a:spcBef>
              <a:spcAft>
                <a:spcPts val="0"/>
              </a:spcAft>
              <a:buSzPts val="1350"/>
              <a:buChar char="■"/>
              <a:defRPr/>
            </a:lvl9pPr>
          </a:lstStyle>
          <a:p/>
        </p:txBody>
      </p:sp>
      <p:sp>
        <p:nvSpPr>
          <p:cNvPr id="130" name="Google Shape;130;p28"/>
          <p:cNvSpPr txBox="1"/>
          <p:nvPr>
            <p:ph type="title"/>
          </p:nvPr>
        </p:nvSpPr>
        <p:spPr>
          <a:xfrm>
            <a:off x="366750" y="450025"/>
            <a:ext cx="8184600" cy="758100"/>
          </a:xfrm>
          <a:prstGeom prst="rect">
            <a:avLst/>
          </a:prstGeom>
        </p:spPr>
        <p:txBody>
          <a:bodyPr anchorCtr="0" anchor="ctr"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31" name="Google Shape;131;p28"/>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132" name="Google Shape;132;p28"/>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133" name="Google Shape;133;p28"/>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134" name="Google Shape;134;p28"/>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CUSTOM_4_1">
    <p:spTree>
      <p:nvGrpSpPr>
        <p:cNvPr id="135" name="Shape 135"/>
        <p:cNvGrpSpPr/>
        <p:nvPr/>
      </p:nvGrpSpPr>
      <p:grpSpPr>
        <a:xfrm>
          <a:off x="0" y="0"/>
          <a:ext cx="0" cy="0"/>
          <a:chOff x="0" y="0"/>
          <a:chExt cx="0" cy="0"/>
        </a:xfrm>
      </p:grpSpPr>
      <p:sp>
        <p:nvSpPr>
          <p:cNvPr id="136" name="Google Shape;136;p29"/>
          <p:cNvSpPr txBox="1"/>
          <p:nvPr>
            <p:ph idx="1" type="body"/>
          </p:nvPr>
        </p:nvSpPr>
        <p:spPr>
          <a:xfrm>
            <a:off x="311700" y="4080225"/>
            <a:ext cx="4027500" cy="9261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37" name="Google Shape;137;p29"/>
          <p:cNvSpPr/>
          <p:nvPr>
            <p:ph idx="2" type="pic"/>
          </p:nvPr>
        </p:nvSpPr>
        <p:spPr>
          <a:xfrm>
            <a:off x="4804825" y="1133300"/>
            <a:ext cx="4027500" cy="2392800"/>
          </a:xfrm>
          <a:prstGeom prst="rect">
            <a:avLst/>
          </a:prstGeom>
          <a:noFill/>
          <a:ln>
            <a:noFill/>
          </a:ln>
        </p:spPr>
      </p:sp>
      <p:sp>
        <p:nvSpPr>
          <p:cNvPr id="138" name="Google Shape;138;p29"/>
          <p:cNvSpPr/>
          <p:nvPr>
            <p:ph idx="3" type="pic"/>
          </p:nvPr>
        </p:nvSpPr>
        <p:spPr>
          <a:xfrm>
            <a:off x="311725" y="1133300"/>
            <a:ext cx="4027500" cy="2392800"/>
          </a:xfrm>
          <a:prstGeom prst="rect">
            <a:avLst/>
          </a:prstGeom>
          <a:noFill/>
          <a:ln>
            <a:noFill/>
          </a:ln>
        </p:spPr>
      </p:sp>
      <p:sp>
        <p:nvSpPr>
          <p:cNvPr id="139" name="Google Shape;139;p29"/>
          <p:cNvSpPr txBox="1"/>
          <p:nvPr>
            <p:ph idx="4" type="body"/>
          </p:nvPr>
        </p:nvSpPr>
        <p:spPr>
          <a:xfrm>
            <a:off x="4804825" y="4080225"/>
            <a:ext cx="4027500" cy="9261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40" name="Google Shape;140;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41" name="Google Shape;141;p29"/>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p:txBody>
      </p:sp>
      <p:sp>
        <p:nvSpPr>
          <p:cNvPr id="142" name="Google Shape;142;p29"/>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43" name="Google Shape;143;p29"/>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CUSTOM_4_1_1">
    <p:spTree>
      <p:nvGrpSpPr>
        <p:cNvPr id="144" name="Shape 144"/>
        <p:cNvGrpSpPr/>
        <p:nvPr/>
      </p:nvGrpSpPr>
      <p:grpSpPr>
        <a:xfrm>
          <a:off x="0" y="0"/>
          <a:ext cx="0" cy="0"/>
          <a:chOff x="0" y="0"/>
          <a:chExt cx="0" cy="0"/>
        </a:xfrm>
      </p:grpSpPr>
      <p:sp>
        <p:nvSpPr>
          <p:cNvPr id="145" name="Google Shape;145;p30"/>
          <p:cNvSpPr txBox="1"/>
          <p:nvPr>
            <p:ph idx="1" type="body"/>
          </p:nvPr>
        </p:nvSpPr>
        <p:spPr>
          <a:xfrm>
            <a:off x="311700" y="3911700"/>
            <a:ext cx="2627100" cy="1018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46" name="Google Shape;146;p30"/>
          <p:cNvSpPr/>
          <p:nvPr>
            <p:ph idx="2" type="pic"/>
          </p:nvPr>
        </p:nvSpPr>
        <p:spPr>
          <a:xfrm>
            <a:off x="6205225" y="1128325"/>
            <a:ext cx="2627100" cy="2273100"/>
          </a:xfrm>
          <a:prstGeom prst="rect">
            <a:avLst/>
          </a:prstGeom>
          <a:noFill/>
          <a:ln>
            <a:noFill/>
          </a:ln>
        </p:spPr>
      </p:sp>
      <p:sp>
        <p:nvSpPr>
          <p:cNvPr id="147" name="Google Shape;147;p30"/>
          <p:cNvSpPr/>
          <p:nvPr>
            <p:ph idx="3" type="pic"/>
          </p:nvPr>
        </p:nvSpPr>
        <p:spPr>
          <a:xfrm>
            <a:off x="311725" y="1128325"/>
            <a:ext cx="2627100" cy="2273100"/>
          </a:xfrm>
          <a:prstGeom prst="rect">
            <a:avLst/>
          </a:prstGeom>
          <a:noFill/>
          <a:ln>
            <a:noFill/>
          </a:ln>
        </p:spPr>
      </p:sp>
      <p:sp>
        <p:nvSpPr>
          <p:cNvPr id="148" name="Google Shape;148;p30"/>
          <p:cNvSpPr txBox="1"/>
          <p:nvPr>
            <p:ph idx="4" type="body"/>
          </p:nvPr>
        </p:nvSpPr>
        <p:spPr>
          <a:xfrm>
            <a:off x="6205225" y="3911700"/>
            <a:ext cx="2627100" cy="1018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49" name="Google Shape;149;p30"/>
          <p:cNvSpPr/>
          <p:nvPr>
            <p:ph idx="5" type="pic"/>
          </p:nvPr>
        </p:nvSpPr>
        <p:spPr>
          <a:xfrm>
            <a:off x="3255250" y="1128325"/>
            <a:ext cx="2627100" cy="2273100"/>
          </a:xfrm>
          <a:prstGeom prst="rect">
            <a:avLst/>
          </a:prstGeom>
          <a:noFill/>
          <a:ln>
            <a:noFill/>
          </a:ln>
        </p:spPr>
      </p:sp>
      <p:sp>
        <p:nvSpPr>
          <p:cNvPr id="150" name="Google Shape;150;p30"/>
          <p:cNvSpPr txBox="1"/>
          <p:nvPr>
            <p:ph idx="6" type="body"/>
          </p:nvPr>
        </p:nvSpPr>
        <p:spPr>
          <a:xfrm>
            <a:off x="3255250" y="3911700"/>
            <a:ext cx="2627100" cy="1018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51" name="Google Shape;151;p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52" name="Google Shape;152;p30"/>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p:txBody>
      </p:sp>
      <p:sp>
        <p:nvSpPr>
          <p:cNvPr id="153" name="Google Shape;153;p30"/>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54" name="Google Shape;154;p30"/>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55" name="Google Shape;155;p30"/>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CUSTOM_5_1">
    <p:spTree>
      <p:nvGrpSpPr>
        <p:cNvPr id="156" name="Shape 156"/>
        <p:cNvGrpSpPr/>
        <p:nvPr/>
      </p:nvGrpSpPr>
      <p:grpSpPr>
        <a:xfrm>
          <a:off x="0" y="0"/>
          <a:ext cx="0" cy="0"/>
          <a:chOff x="0" y="0"/>
          <a:chExt cx="0" cy="0"/>
        </a:xfrm>
      </p:grpSpPr>
      <p:sp>
        <p:nvSpPr>
          <p:cNvPr id="157" name="Google Shape;157;p31"/>
          <p:cNvSpPr/>
          <p:nvPr>
            <p:ph idx="2" type="pic"/>
          </p:nvPr>
        </p:nvSpPr>
        <p:spPr>
          <a:xfrm>
            <a:off x="311700" y="445025"/>
            <a:ext cx="8520600" cy="4218300"/>
          </a:xfrm>
          <a:prstGeom prst="rect">
            <a:avLst/>
          </a:prstGeom>
          <a:noFill/>
          <a:ln>
            <a:noFill/>
          </a:ln>
        </p:spPr>
      </p:sp>
      <p:sp>
        <p:nvSpPr>
          <p:cNvPr id="158" name="Google Shape;158;p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CUSTOM_6_1">
    <p:spTree>
      <p:nvGrpSpPr>
        <p:cNvPr id="159" name="Shape 159"/>
        <p:cNvGrpSpPr/>
        <p:nvPr/>
      </p:nvGrpSpPr>
      <p:grpSpPr>
        <a:xfrm>
          <a:off x="0" y="0"/>
          <a:ext cx="0" cy="0"/>
          <a:chOff x="0" y="0"/>
          <a:chExt cx="0" cy="0"/>
        </a:xfrm>
      </p:grpSpPr>
      <p:sp>
        <p:nvSpPr>
          <p:cNvPr id="160" name="Google Shape;160;p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61" name="Google Shape;161;p32"/>
          <p:cNvSpPr/>
          <p:nvPr>
            <p:ph idx="2" type="pic"/>
          </p:nvPr>
        </p:nvSpPr>
        <p:spPr>
          <a:xfrm>
            <a:off x="3389600" y="118913"/>
            <a:ext cx="1643700" cy="1535100"/>
          </a:xfrm>
          <a:prstGeom prst="rect">
            <a:avLst/>
          </a:prstGeom>
          <a:noFill/>
          <a:ln>
            <a:noFill/>
          </a:ln>
        </p:spPr>
      </p:sp>
      <p:sp>
        <p:nvSpPr>
          <p:cNvPr id="162" name="Google Shape;162;p32"/>
          <p:cNvSpPr/>
          <p:nvPr>
            <p:ph idx="3" type="pic"/>
          </p:nvPr>
        </p:nvSpPr>
        <p:spPr>
          <a:xfrm>
            <a:off x="5195935" y="118913"/>
            <a:ext cx="1643700" cy="1535100"/>
          </a:xfrm>
          <a:prstGeom prst="rect">
            <a:avLst/>
          </a:prstGeom>
          <a:noFill/>
          <a:ln>
            <a:noFill/>
          </a:ln>
        </p:spPr>
      </p:sp>
      <p:sp>
        <p:nvSpPr>
          <p:cNvPr id="163" name="Google Shape;163;p32"/>
          <p:cNvSpPr/>
          <p:nvPr>
            <p:ph idx="4" type="pic"/>
          </p:nvPr>
        </p:nvSpPr>
        <p:spPr>
          <a:xfrm>
            <a:off x="7002270" y="118913"/>
            <a:ext cx="1643700" cy="1535100"/>
          </a:xfrm>
          <a:prstGeom prst="rect">
            <a:avLst/>
          </a:prstGeom>
          <a:noFill/>
          <a:ln>
            <a:noFill/>
          </a:ln>
        </p:spPr>
      </p:sp>
      <p:sp>
        <p:nvSpPr>
          <p:cNvPr id="164" name="Google Shape;164;p32"/>
          <p:cNvSpPr/>
          <p:nvPr>
            <p:ph idx="5" type="pic"/>
          </p:nvPr>
        </p:nvSpPr>
        <p:spPr>
          <a:xfrm>
            <a:off x="3389588" y="1804212"/>
            <a:ext cx="1643700" cy="1535100"/>
          </a:xfrm>
          <a:prstGeom prst="rect">
            <a:avLst/>
          </a:prstGeom>
          <a:noFill/>
          <a:ln>
            <a:noFill/>
          </a:ln>
        </p:spPr>
      </p:sp>
      <p:sp>
        <p:nvSpPr>
          <p:cNvPr id="165" name="Google Shape;165;p32"/>
          <p:cNvSpPr/>
          <p:nvPr>
            <p:ph idx="6" type="pic"/>
          </p:nvPr>
        </p:nvSpPr>
        <p:spPr>
          <a:xfrm>
            <a:off x="5195922" y="1804212"/>
            <a:ext cx="1643700" cy="1535100"/>
          </a:xfrm>
          <a:prstGeom prst="rect">
            <a:avLst/>
          </a:prstGeom>
          <a:noFill/>
          <a:ln>
            <a:noFill/>
          </a:ln>
        </p:spPr>
      </p:sp>
      <p:sp>
        <p:nvSpPr>
          <p:cNvPr id="166" name="Google Shape;166;p32"/>
          <p:cNvSpPr/>
          <p:nvPr>
            <p:ph idx="7" type="pic"/>
          </p:nvPr>
        </p:nvSpPr>
        <p:spPr>
          <a:xfrm>
            <a:off x="7002257" y="1804212"/>
            <a:ext cx="1643700" cy="1535100"/>
          </a:xfrm>
          <a:prstGeom prst="rect">
            <a:avLst/>
          </a:prstGeom>
          <a:noFill/>
          <a:ln>
            <a:noFill/>
          </a:ln>
        </p:spPr>
      </p:sp>
      <p:sp>
        <p:nvSpPr>
          <p:cNvPr id="167" name="Google Shape;167;p32"/>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4000"/>
              <a:buNone/>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p:txBody>
      </p:sp>
      <p:sp>
        <p:nvSpPr>
          <p:cNvPr id="168" name="Google Shape;168;p32"/>
          <p:cNvSpPr/>
          <p:nvPr>
            <p:ph idx="8" type="pic"/>
          </p:nvPr>
        </p:nvSpPr>
        <p:spPr>
          <a:xfrm>
            <a:off x="3389588" y="3489487"/>
            <a:ext cx="1643700" cy="1535100"/>
          </a:xfrm>
          <a:prstGeom prst="rect">
            <a:avLst/>
          </a:prstGeom>
          <a:noFill/>
          <a:ln>
            <a:noFill/>
          </a:ln>
        </p:spPr>
      </p:sp>
      <p:sp>
        <p:nvSpPr>
          <p:cNvPr id="169" name="Google Shape;169;p32"/>
          <p:cNvSpPr/>
          <p:nvPr>
            <p:ph idx="9" type="pic"/>
          </p:nvPr>
        </p:nvSpPr>
        <p:spPr>
          <a:xfrm>
            <a:off x="5195922" y="3489487"/>
            <a:ext cx="1643700" cy="1535100"/>
          </a:xfrm>
          <a:prstGeom prst="rect">
            <a:avLst/>
          </a:prstGeom>
          <a:noFill/>
          <a:ln>
            <a:noFill/>
          </a:ln>
        </p:spPr>
      </p:sp>
      <p:sp>
        <p:nvSpPr>
          <p:cNvPr id="170" name="Google Shape;170;p32"/>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type="tx">
  <p:cSld name="TITLE_AND_BODY">
    <p:bg>
      <p:bgPr>
        <a:solidFill>
          <a:schemeClr val="lt1"/>
        </a:solidFill>
      </p:bgPr>
    </p:bg>
    <p:spTree>
      <p:nvGrpSpPr>
        <p:cNvPr id="171" name="Shape 171"/>
        <p:cNvGrpSpPr/>
        <p:nvPr/>
      </p:nvGrpSpPr>
      <p:grpSpPr>
        <a:xfrm>
          <a:off x="0" y="0"/>
          <a:ext cx="0" cy="0"/>
          <a:chOff x="0" y="0"/>
          <a:chExt cx="0" cy="0"/>
        </a:xfrm>
      </p:grpSpPr>
      <p:sp>
        <p:nvSpPr>
          <p:cNvPr id="172" name="Google Shape;172;p33"/>
          <p:cNvSpPr txBox="1"/>
          <p:nvPr>
            <p:ph idx="12" type="sldNum"/>
          </p:nvPr>
        </p:nvSpPr>
        <p:spPr>
          <a:xfrm>
            <a:off x="8595308" y="4749892"/>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73" name="Google Shape;173;p33"/>
          <p:cNvSpPr/>
          <p:nvPr>
            <p:ph idx="2" type="pic"/>
          </p:nvPr>
        </p:nvSpPr>
        <p:spPr>
          <a:xfrm>
            <a:off x="228600" y="1322475"/>
            <a:ext cx="8686800" cy="3592500"/>
          </a:xfrm>
          <a:prstGeom prst="rect">
            <a:avLst/>
          </a:prstGeom>
          <a:noFill/>
          <a:ln>
            <a:noFill/>
          </a:ln>
        </p:spPr>
      </p:sp>
      <p:sp>
        <p:nvSpPr>
          <p:cNvPr id="174" name="Google Shape;174;p33"/>
          <p:cNvSpPr/>
          <p:nvPr/>
        </p:nvSpPr>
        <p:spPr>
          <a:xfrm>
            <a:off x="228475" y="228600"/>
            <a:ext cx="8686800" cy="8658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Rubik"/>
              <a:ea typeface="Rubik"/>
              <a:cs typeface="Rubik"/>
              <a:sym typeface="Rubik"/>
            </a:endParaRPr>
          </a:p>
        </p:txBody>
      </p:sp>
      <p:sp>
        <p:nvSpPr>
          <p:cNvPr id="175" name="Google Shape;175;p33"/>
          <p:cNvSpPr txBox="1"/>
          <p:nvPr>
            <p:ph type="title"/>
          </p:nvPr>
        </p:nvSpPr>
        <p:spPr>
          <a:xfrm>
            <a:off x="635500" y="228600"/>
            <a:ext cx="7836900" cy="8658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2"/>
              </a:buClr>
              <a:buSzPts val="4000"/>
              <a:buNone/>
              <a:defRPr>
                <a:solidFill>
                  <a:schemeClr val="lt2"/>
                </a:solidFill>
              </a:defRPr>
            </a:lvl1pPr>
            <a:lvl2pPr lvl="1">
              <a:spcBef>
                <a:spcPts val="0"/>
              </a:spcBef>
              <a:spcAft>
                <a:spcPts val="0"/>
              </a:spcAft>
              <a:buClr>
                <a:schemeClr val="lt2"/>
              </a:buClr>
              <a:buSzPts val="4000"/>
              <a:buNone/>
              <a:defRPr>
                <a:solidFill>
                  <a:schemeClr val="lt2"/>
                </a:solidFill>
              </a:defRPr>
            </a:lvl2pPr>
            <a:lvl3pPr lvl="2">
              <a:spcBef>
                <a:spcPts val="0"/>
              </a:spcBef>
              <a:spcAft>
                <a:spcPts val="0"/>
              </a:spcAft>
              <a:buClr>
                <a:schemeClr val="lt2"/>
              </a:buClr>
              <a:buSzPts val="4000"/>
              <a:buNone/>
              <a:defRPr>
                <a:solidFill>
                  <a:schemeClr val="lt2"/>
                </a:solidFill>
              </a:defRPr>
            </a:lvl3pPr>
            <a:lvl4pPr lvl="3">
              <a:spcBef>
                <a:spcPts val="0"/>
              </a:spcBef>
              <a:spcAft>
                <a:spcPts val="0"/>
              </a:spcAft>
              <a:buClr>
                <a:schemeClr val="lt2"/>
              </a:buClr>
              <a:buSzPts val="4000"/>
              <a:buNone/>
              <a:defRPr>
                <a:solidFill>
                  <a:schemeClr val="lt2"/>
                </a:solidFill>
              </a:defRPr>
            </a:lvl4pPr>
            <a:lvl5pPr lvl="4">
              <a:spcBef>
                <a:spcPts val="0"/>
              </a:spcBef>
              <a:spcAft>
                <a:spcPts val="0"/>
              </a:spcAft>
              <a:buClr>
                <a:schemeClr val="lt2"/>
              </a:buClr>
              <a:buSzPts val="4000"/>
              <a:buNone/>
              <a:defRPr>
                <a:solidFill>
                  <a:schemeClr val="lt2"/>
                </a:solidFill>
              </a:defRPr>
            </a:lvl5pPr>
            <a:lvl6pPr lvl="5">
              <a:spcBef>
                <a:spcPts val="0"/>
              </a:spcBef>
              <a:spcAft>
                <a:spcPts val="0"/>
              </a:spcAft>
              <a:buClr>
                <a:schemeClr val="lt2"/>
              </a:buClr>
              <a:buSzPts val="4000"/>
              <a:buNone/>
              <a:defRPr>
                <a:solidFill>
                  <a:schemeClr val="lt2"/>
                </a:solidFill>
              </a:defRPr>
            </a:lvl6pPr>
            <a:lvl7pPr lvl="6">
              <a:spcBef>
                <a:spcPts val="0"/>
              </a:spcBef>
              <a:spcAft>
                <a:spcPts val="0"/>
              </a:spcAft>
              <a:buClr>
                <a:schemeClr val="lt2"/>
              </a:buClr>
              <a:buSzPts val="4000"/>
              <a:buNone/>
              <a:defRPr>
                <a:solidFill>
                  <a:schemeClr val="lt2"/>
                </a:solidFill>
              </a:defRPr>
            </a:lvl7pPr>
            <a:lvl8pPr lvl="7">
              <a:spcBef>
                <a:spcPts val="0"/>
              </a:spcBef>
              <a:spcAft>
                <a:spcPts val="0"/>
              </a:spcAft>
              <a:buClr>
                <a:schemeClr val="lt2"/>
              </a:buClr>
              <a:buSzPts val="4000"/>
              <a:buNone/>
              <a:defRPr>
                <a:solidFill>
                  <a:schemeClr val="lt2"/>
                </a:solidFill>
              </a:defRPr>
            </a:lvl8pPr>
            <a:lvl9pPr lvl="8">
              <a:spcBef>
                <a:spcPts val="0"/>
              </a:spcBef>
              <a:spcAft>
                <a:spcPts val="0"/>
              </a:spcAft>
              <a:buClr>
                <a:schemeClr val="lt2"/>
              </a:buClr>
              <a:buSzPts val="4000"/>
              <a:buNone/>
              <a:defRPr>
                <a:solidFill>
                  <a:schemeClr val="lt2"/>
                </a:solidFill>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title and two columns" type="twoColTx">
  <p:cSld name="TITLE_AND_TWO_COLUMNS">
    <p:bg>
      <p:bgPr>
        <a:solidFill>
          <a:schemeClr val="lt1"/>
        </a:solidFill>
      </p:bgPr>
    </p:bg>
    <p:spTree>
      <p:nvGrpSpPr>
        <p:cNvPr id="176" name="Shape 176"/>
        <p:cNvGrpSpPr/>
        <p:nvPr/>
      </p:nvGrpSpPr>
      <p:grpSpPr>
        <a:xfrm>
          <a:off x="0" y="0"/>
          <a:ext cx="0" cy="0"/>
          <a:chOff x="0" y="0"/>
          <a:chExt cx="0" cy="0"/>
        </a:xfrm>
      </p:grpSpPr>
      <p:sp>
        <p:nvSpPr>
          <p:cNvPr id="177" name="Google Shape;177;p34"/>
          <p:cNvSpPr txBox="1"/>
          <p:nvPr>
            <p:ph idx="12" type="sldNum"/>
          </p:nvPr>
        </p:nvSpPr>
        <p:spPr>
          <a:xfrm>
            <a:off x="8595308" y="4749892"/>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
        <p:nvSpPr>
          <p:cNvPr id="178" name="Google Shape;178;p34"/>
          <p:cNvSpPr/>
          <p:nvPr/>
        </p:nvSpPr>
        <p:spPr>
          <a:xfrm>
            <a:off x="228475" y="228600"/>
            <a:ext cx="8686800" cy="8658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ubik"/>
              <a:ea typeface="Rubik"/>
              <a:cs typeface="Rubik"/>
              <a:sym typeface="Rubik"/>
            </a:endParaRPr>
          </a:p>
        </p:txBody>
      </p:sp>
      <p:sp>
        <p:nvSpPr>
          <p:cNvPr id="179" name="Google Shape;179;p34"/>
          <p:cNvSpPr txBox="1"/>
          <p:nvPr>
            <p:ph type="title"/>
          </p:nvPr>
        </p:nvSpPr>
        <p:spPr>
          <a:xfrm>
            <a:off x="635500" y="228600"/>
            <a:ext cx="7836900" cy="8658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2"/>
              </a:buClr>
              <a:buSzPts val="4000"/>
              <a:buNone/>
              <a:defRPr>
                <a:solidFill>
                  <a:schemeClr val="lt2"/>
                </a:solidFill>
              </a:defRPr>
            </a:lvl1pPr>
            <a:lvl2pPr lvl="1">
              <a:spcBef>
                <a:spcPts val="0"/>
              </a:spcBef>
              <a:spcAft>
                <a:spcPts val="0"/>
              </a:spcAft>
              <a:buClr>
                <a:schemeClr val="lt2"/>
              </a:buClr>
              <a:buSzPts val="4000"/>
              <a:buNone/>
              <a:defRPr>
                <a:solidFill>
                  <a:schemeClr val="lt2"/>
                </a:solidFill>
              </a:defRPr>
            </a:lvl2pPr>
            <a:lvl3pPr lvl="2">
              <a:spcBef>
                <a:spcPts val="0"/>
              </a:spcBef>
              <a:spcAft>
                <a:spcPts val="0"/>
              </a:spcAft>
              <a:buClr>
                <a:schemeClr val="lt2"/>
              </a:buClr>
              <a:buSzPts val="4000"/>
              <a:buNone/>
              <a:defRPr>
                <a:solidFill>
                  <a:schemeClr val="lt2"/>
                </a:solidFill>
              </a:defRPr>
            </a:lvl3pPr>
            <a:lvl4pPr lvl="3">
              <a:spcBef>
                <a:spcPts val="0"/>
              </a:spcBef>
              <a:spcAft>
                <a:spcPts val="0"/>
              </a:spcAft>
              <a:buClr>
                <a:schemeClr val="lt2"/>
              </a:buClr>
              <a:buSzPts val="4000"/>
              <a:buNone/>
              <a:defRPr>
                <a:solidFill>
                  <a:schemeClr val="lt2"/>
                </a:solidFill>
              </a:defRPr>
            </a:lvl4pPr>
            <a:lvl5pPr lvl="4">
              <a:spcBef>
                <a:spcPts val="0"/>
              </a:spcBef>
              <a:spcAft>
                <a:spcPts val="0"/>
              </a:spcAft>
              <a:buClr>
                <a:schemeClr val="lt2"/>
              </a:buClr>
              <a:buSzPts val="4000"/>
              <a:buNone/>
              <a:defRPr>
                <a:solidFill>
                  <a:schemeClr val="lt2"/>
                </a:solidFill>
              </a:defRPr>
            </a:lvl5pPr>
            <a:lvl6pPr lvl="5">
              <a:spcBef>
                <a:spcPts val="0"/>
              </a:spcBef>
              <a:spcAft>
                <a:spcPts val="0"/>
              </a:spcAft>
              <a:buClr>
                <a:schemeClr val="lt2"/>
              </a:buClr>
              <a:buSzPts val="4000"/>
              <a:buNone/>
              <a:defRPr>
                <a:solidFill>
                  <a:schemeClr val="lt2"/>
                </a:solidFill>
              </a:defRPr>
            </a:lvl6pPr>
            <a:lvl7pPr lvl="6">
              <a:spcBef>
                <a:spcPts val="0"/>
              </a:spcBef>
              <a:spcAft>
                <a:spcPts val="0"/>
              </a:spcAft>
              <a:buClr>
                <a:schemeClr val="lt2"/>
              </a:buClr>
              <a:buSzPts val="4000"/>
              <a:buNone/>
              <a:defRPr>
                <a:solidFill>
                  <a:schemeClr val="lt2"/>
                </a:solidFill>
              </a:defRPr>
            </a:lvl7pPr>
            <a:lvl8pPr lvl="7">
              <a:spcBef>
                <a:spcPts val="0"/>
              </a:spcBef>
              <a:spcAft>
                <a:spcPts val="0"/>
              </a:spcAft>
              <a:buClr>
                <a:schemeClr val="lt2"/>
              </a:buClr>
              <a:buSzPts val="4000"/>
              <a:buNone/>
              <a:defRPr>
                <a:solidFill>
                  <a:schemeClr val="lt2"/>
                </a:solidFill>
              </a:defRPr>
            </a:lvl8pPr>
            <a:lvl9pPr lvl="8">
              <a:spcBef>
                <a:spcPts val="0"/>
              </a:spcBef>
              <a:spcAft>
                <a:spcPts val="0"/>
              </a:spcAft>
              <a:buClr>
                <a:schemeClr val="lt2"/>
              </a:buClr>
              <a:buSzPts val="4000"/>
              <a:buNone/>
              <a:defRPr>
                <a:solidFill>
                  <a:schemeClr val="lt2"/>
                </a:solidFill>
              </a:defRPr>
            </a:lvl9pPr>
          </a:lstStyle>
          <a:p/>
        </p:txBody>
      </p:sp>
      <p:sp>
        <p:nvSpPr>
          <p:cNvPr id="180" name="Google Shape;180;p34"/>
          <p:cNvSpPr/>
          <p:nvPr/>
        </p:nvSpPr>
        <p:spPr>
          <a:xfrm>
            <a:off x="228600" y="1092900"/>
            <a:ext cx="8686800" cy="441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0">
              <a:solidFill>
                <a:schemeClr val="dk1"/>
              </a:solidFill>
              <a:latin typeface="Young Serif"/>
              <a:ea typeface="Young Serif"/>
              <a:cs typeface="Young Serif"/>
              <a:sym typeface="Young Serif"/>
            </a:endParaRPr>
          </a:p>
        </p:txBody>
      </p:sp>
      <p:sp>
        <p:nvSpPr>
          <p:cNvPr id="181" name="Google Shape;181;p34"/>
          <p:cNvSpPr/>
          <p:nvPr/>
        </p:nvSpPr>
        <p:spPr>
          <a:xfrm>
            <a:off x="227150" y="1762300"/>
            <a:ext cx="4229700" cy="31524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1200"/>
              </a:spcAft>
              <a:buSzPts val="1100"/>
              <a:buNone/>
            </a:pPr>
            <a:r>
              <a:t/>
            </a:r>
            <a:endParaRPr>
              <a:latin typeface="Rubik SemiBold"/>
              <a:ea typeface="Rubik SemiBold"/>
              <a:cs typeface="Rubik SemiBold"/>
              <a:sym typeface="Rubik SemiBold"/>
            </a:endParaRPr>
          </a:p>
        </p:txBody>
      </p:sp>
      <p:sp>
        <p:nvSpPr>
          <p:cNvPr id="182" name="Google Shape;182;p34"/>
          <p:cNvSpPr txBox="1"/>
          <p:nvPr>
            <p:ph idx="1" type="body"/>
          </p:nvPr>
        </p:nvSpPr>
        <p:spPr>
          <a:xfrm>
            <a:off x="688450" y="2146900"/>
            <a:ext cx="3309900" cy="2383200"/>
          </a:xfrm>
          <a:prstGeom prst="rect">
            <a:avLst/>
          </a:prstGeom>
        </p:spPr>
        <p:txBody>
          <a:bodyPr anchorCtr="0" anchor="ctr" bIns="91425" lIns="91425" spcFirstLastPara="1" rIns="91425" wrap="square" tIns="91425">
            <a:normAutofit/>
          </a:bodyPr>
          <a:lstStyle>
            <a:lvl1pPr indent="-317500" lvl="0" marL="457200" algn="ctr">
              <a:lnSpc>
                <a:spcPct val="100000"/>
              </a:lnSpc>
              <a:spcBef>
                <a:spcPts val="0"/>
              </a:spcBef>
              <a:spcAft>
                <a:spcPts val="0"/>
              </a:spcAft>
              <a:buClr>
                <a:schemeClr val="lt2"/>
              </a:buClr>
              <a:buSzPts val="1400"/>
              <a:buChar char="●"/>
              <a:defRPr b="1" sz="1400">
                <a:solidFill>
                  <a:schemeClr val="lt2"/>
                </a:solidFill>
              </a:defRPr>
            </a:lvl1pPr>
            <a:lvl2pPr indent="-317500" lvl="1" marL="914400" algn="ctr">
              <a:lnSpc>
                <a:spcPct val="100000"/>
              </a:lnSpc>
              <a:spcBef>
                <a:spcPts val="0"/>
              </a:spcBef>
              <a:spcAft>
                <a:spcPts val="0"/>
              </a:spcAft>
              <a:buClr>
                <a:schemeClr val="lt2"/>
              </a:buClr>
              <a:buSzPts val="1400"/>
              <a:buChar char="○"/>
              <a:defRPr b="1" sz="1400">
                <a:solidFill>
                  <a:schemeClr val="lt2"/>
                </a:solidFill>
              </a:defRPr>
            </a:lvl2pPr>
            <a:lvl3pPr indent="-317500" lvl="2" marL="1371600" algn="ctr">
              <a:lnSpc>
                <a:spcPct val="100000"/>
              </a:lnSpc>
              <a:spcBef>
                <a:spcPts val="0"/>
              </a:spcBef>
              <a:spcAft>
                <a:spcPts val="0"/>
              </a:spcAft>
              <a:buClr>
                <a:schemeClr val="lt2"/>
              </a:buClr>
              <a:buSzPts val="1400"/>
              <a:buChar char="■"/>
              <a:defRPr b="1" sz="1400">
                <a:solidFill>
                  <a:schemeClr val="lt2"/>
                </a:solidFill>
              </a:defRPr>
            </a:lvl3pPr>
            <a:lvl4pPr indent="-317500" lvl="3" marL="1828800" algn="ctr">
              <a:lnSpc>
                <a:spcPct val="100000"/>
              </a:lnSpc>
              <a:spcBef>
                <a:spcPts val="0"/>
              </a:spcBef>
              <a:spcAft>
                <a:spcPts val="0"/>
              </a:spcAft>
              <a:buClr>
                <a:schemeClr val="lt2"/>
              </a:buClr>
              <a:buSzPts val="1400"/>
              <a:buChar char="●"/>
              <a:defRPr b="1" sz="1400">
                <a:solidFill>
                  <a:schemeClr val="lt2"/>
                </a:solidFill>
              </a:defRPr>
            </a:lvl4pPr>
            <a:lvl5pPr indent="-317500" lvl="4" marL="2286000" algn="ctr">
              <a:lnSpc>
                <a:spcPct val="100000"/>
              </a:lnSpc>
              <a:spcBef>
                <a:spcPts val="0"/>
              </a:spcBef>
              <a:spcAft>
                <a:spcPts val="0"/>
              </a:spcAft>
              <a:buClr>
                <a:schemeClr val="lt2"/>
              </a:buClr>
              <a:buSzPts val="1400"/>
              <a:buChar char="○"/>
              <a:defRPr b="1" sz="1400">
                <a:solidFill>
                  <a:schemeClr val="lt2"/>
                </a:solidFill>
              </a:defRPr>
            </a:lvl5pPr>
            <a:lvl6pPr indent="-317500" lvl="5" marL="2743200" algn="ctr">
              <a:lnSpc>
                <a:spcPct val="100000"/>
              </a:lnSpc>
              <a:spcBef>
                <a:spcPts val="0"/>
              </a:spcBef>
              <a:spcAft>
                <a:spcPts val="0"/>
              </a:spcAft>
              <a:buClr>
                <a:schemeClr val="lt2"/>
              </a:buClr>
              <a:buSzPts val="1400"/>
              <a:buChar char="■"/>
              <a:defRPr b="1" sz="1400">
                <a:solidFill>
                  <a:schemeClr val="lt2"/>
                </a:solidFill>
              </a:defRPr>
            </a:lvl6pPr>
            <a:lvl7pPr indent="-317500" lvl="6" marL="3200400" algn="ctr">
              <a:lnSpc>
                <a:spcPct val="100000"/>
              </a:lnSpc>
              <a:spcBef>
                <a:spcPts val="0"/>
              </a:spcBef>
              <a:spcAft>
                <a:spcPts val="0"/>
              </a:spcAft>
              <a:buClr>
                <a:schemeClr val="lt2"/>
              </a:buClr>
              <a:buSzPts val="1400"/>
              <a:buChar char="●"/>
              <a:defRPr b="1" sz="1400">
                <a:solidFill>
                  <a:schemeClr val="lt2"/>
                </a:solidFill>
              </a:defRPr>
            </a:lvl7pPr>
            <a:lvl8pPr indent="-317500" lvl="7" marL="3657600" algn="ctr">
              <a:lnSpc>
                <a:spcPct val="100000"/>
              </a:lnSpc>
              <a:spcBef>
                <a:spcPts val="0"/>
              </a:spcBef>
              <a:spcAft>
                <a:spcPts val="0"/>
              </a:spcAft>
              <a:buClr>
                <a:schemeClr val="lt2"/>
              </a:buClr>
              <a:buSzPts val="1400"/>
              <a:buChar char="○"/>
              <a:defRPr b="1" sz="1400">
                <a:solidFill>
                  <a:schemeClr val="lt2"/>
                </a:solidFill>
              </a:defRPr>
            </a:lvl8pPr>
            <a:lvl9pPr indent="-317500" lvl="8" marL="4114800" algn="ctr">
              <a:lnSpc>
                <a:spcPct val="100000"/>
              </a:lnSpc>
              <a:spcBef>
                <a:spcPts val="0"/>
              </a:spcBef>
              <a:spcAft>
                <a:spcPts val="0"/>
              </a:spcAft>
              <a:buClr>
                <a:schemeClr val="lt2"/>
              </a:buClr>
              <a:buSzPts val="1400"/>
              <a:buChar char="■"/>
              <a:defRPr b="1" sz="1400">
                <a:solidFill>
                  <a:schemeClr val="lt2"/>
                </a:solidFill>
              </a:defRPr>
            </a:lvl9pPr>
          </a:lstStyle>
          <a:p/>
        </p:txBody>
      </p:sp>
      <p:sp>
        <p:nvSpPr>
          <p:cNvPr id="183" name="Google Shape;183;p34"/>
          <p:cNvSpPr/>
          <p:nvPr/>
        </p:nvSpPr>
        <p:spPr>
          <a:xfrm>
            <a:off x="4685575" y="1762300"/>
            <a:ext cx="4229700" cy="31524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1200"/>
              </a:spcAft>
              <a:buSzPts val="1100"/>
              <a:buNone/>
            </a:pPr>
            <a:r>
              <a:t/>
            </a:r>
            <a:endParaRPr>
              <a:latin typeface="Rubik SemiBold"/>
              <a:ea typeface="Rubik SemiBold"/>
              <a:cs typeface="Rubik SemiBold"/>
              <a:sym typeface="Rubik SemiBold"/>
            </a:endParaRPr>
          </a:p>
        </p:txBody>
      </p:sp>
      <p:sp>
        <p:nvSpPr>
          <p:cNvPr id="184" name="Google Shape;184;p34"/>
          <p:cNvSpPr txBox="1"/>
          <p:nvPr>
            <p:ph idx="2" type="body"/>
          </p:nvPr>
        </p:nvSpPr>
        <p:spPr>
          <a:xfrm>
            <a:off x="5146875" y="2146900"/>
            <a:ext cx="3309900" cy="2383200"/>
          </a:xfrm>
          <a:prstGeom prst="rect">
            <a:avLst/>
          </a:prstGeom>
        </p:spPr>
        <p:txBody>
          <a:bodyPr anchorCtr="0" anchor="ctr" bIns="91425" lIns="91425" spcFirstLastPara="1" rIns="91425" wrap="square" tIns="91425">
            <a:normAutofit/>
          </a:bodyPr>
          <a:lstStyle>
            <a:lvl1pPr indent="-317500" lvl="0" marL="457200" algn="ctr">
              <a:lnSpc>
                <a:spcPct val="100000"/>
              </a:lnSpc>
              <a:spcBef>
                <a:spcPts val="0"/>
              </a:spcBef>
              <a:spcAft>
                <a:spcPts val="0"/>
              </a:spcAft>
              <a:buClr>
                <a:schemeClr val="lt2"/>
              </a:buClr>
              <a:buSzPts val="1400"/>
              <a:buChar char="●"/>
              <a:defRPr b="1" sz="1400">
                <a:solidFill>
                  <a:schemeClr val="lt2"/>
                </a:solidFill>
              </a:defRPr>
            </a:lvl1pPr>
            <a:lvl2pPr indent="-317500" lvl="1" marL="914400" algn="ctr">
              <a:lnSpc>
                <a:spcPct val="100000"/>
              </a:lnSpc>
              <a:spcBef>
                <a:spcPts val="0"/>
              </a:spcBef>
              <a:spcAft>
                <a:spcPts val="0"/>
              </a:spcAft>
              <a:buClr>
                <a:schemeClr val="lt2"/>
              </a:buClr>
              <a:buSzPts val="1400"/>
              <a:buChar char="○"/>
              <a:defRPr b="1" sz="1400">
                <a:solidFill>
                  <a:schemeClr val="lt2"/>
                </a:solidFill>
              </a:defRPr>
            </a:lvl2pPr>
            <a:lvl3pPr indent="-317500" lvl="2" marL="1371600" algn="ctr">
              <a:lnSpc>
                <a:spcPct val="100000"/>
              </a:lnSpc>
              <a:spcBef>
                <a:spcPts val="0"/>
              </a:spcBef>
              <a:spcAft>
                <a:spcPts val="0"/>
              </a:spcAft>
              <a:buClr>
                <a:schemeClr val="lt2"/>
              </a:buClr>
              <a:buSzPts val="1400"/>
              <a:buChar char="■"/>
              <a:defRPr b="1" sz="1400">
                <a:solidFill>
                  <a:schemeClr val="lt2"/>
                </a:solidFill>
              </a:defRPr>
            </a:lvl3pPr>
            <a:lvl4pPr indent="-317500" lvl="3" marL="1828800" algn="ctr">
              <a:lnSpc>
                <a:spcPct val="100000"/>
              </a:lnSpc>
              <a:spcBef>
                <a:spcPts val="0"/>
              </a:spcBef>
              <a:spcAft>
                <a:spcPts val="0"/>
              </a:spcAft>
              <a:buClr>
                <a:schemeClr val="lt2"/>
              </a:buClr>
              <a:buSzPts val="1400"/>
              <a:buChar char="●"/>
              <a:defRPr b="1" sz="1400">
                <a:solidFill>
                  <a:schemeClr val="lt2"/>
                </a:solidFill>
              </a:defRPr>
            </a:lvl4pPr>
            <a:lvl5pPr indent="-317500" lvl="4" marL="2286000" algn="ctr">
              <a:lnSpc>
                <a:spcPct val="100000"/>
              </a:lnSpc>
              <a:spcBef>
                <a:spcPts val="0"/>
              </a:spcBef>
              <a:spcAft>
                <a:spcPts val="0"/>
              </a:spcAft>
              <a:buClr>
                <a:schemeClr val="lt2"/>
              </a:buClr>
              <a:buSzPts val="1400"/>
              <a:buChar char="○"/>
              <a:defRPr b="1" sz="1400">
                <a:solidFill>
                  <a:schemeClr val="lt2"/>
                </a:solidFill>
              </a:defRPr>
            </a:lvl5pPr>
            <a:lvl6pPr indent="-317500" lvl="5" marL="2743200" algn="ctr">
              <a:lnSpc>
                <a:spcPct val="100000"/>
              </a:lnSpc>
              <a:spcBef>
                <a:spcPts val="0"/>
              </a:spcBef>
              <a:spcAft>
                <a:spcPts val="0"/>
              </a:spcAft>
              <a:buClr>
                <a:schemeClr val="lt2"/>
              </a:buClr>
              <a:buSzPts val="1400"/>
              <a:buChar char="■"/>
              <a:defRPr b="1" sz="1400">
                <a:solidFill>
                  <a:schemeClr val="lt2"/>
                </a:solidFill>
              </a:defRPr>
            </a:lvl6pPr>
            <a:lvl7pPr indent="-317500" lvl="6" marL="3200400" algn="ctr">
              <a:lnSpc>
                <a:spcPct val="100000"/>
              </a:lnSpc>
              <a:spcBef>
                <a:spcPts val="0"/>
              </a:spcBef>
              <a:spcAft>
                <a:spcPts val="0"/>
              </a:spcAft>
              <a:buClr>
                <a:schemeClr val="lt2"/>
              </a:buClr>
              <a:buSzPts val="1400"/>
              <a:buChar char="●"/>
              <a:defRPr b="1" sz="1400">
                <a:solidFill>
                  <a:schemeClr val="lt2"/>
                </a:solidFill>
              </a:defRPr>
            </a:lvl7pPr>
            <a:lvl8pPr indent="-317500" lvl="7" marL="3657600" algn="ctr">
              <a:lnSpc>
                <a:spcPct val="100000"/>
              </a:lnSpc>
              <a:spcBef>
                <a:spcPts val="0"/>
              </a:spcBef>
              <a:spcAft>
                <a:spcPts val="0"/>
              </a:spcAft>
              <a:buClr>
                <a:schemeClr val="lt2"/>
              </a:buClr>
              <a:buSzPts val="1400"/>
              <a:buChar char="○"/>
              <a:defRPr b="1" sz="1400">
                <a:solidFill>
                  <a:schemeClr val="lt2"/>
                </a:solidFill>
              </a:defRPr>
            </a:lvl8pPr>
            <a:lvl9pPr indent="-317500" lvl="8" marL="4114800" algn="ctr">
              <a:lnSpc>
                <a:spcPct val="100000"/>
              </a:lnSpc>
              <a:spcBef>
                <a:spcPts val="0"/>
              </a:spcBef>
              <a:spcAft>
                <a:spcPts val="0"/>
              </a:spcAft>
              <a:buClr>
                <a:schemeClr val="lt2"/>
              </a:buClr>
              <a:buSzPts val="1400"/>
              <a:buChar char="■"/>
              <a:defRPr b="1" sz="1400">
                <a:solidFill>
                  <a:schemeClr val="lt2"/>
                </a:solidFill>
              </a:defRPr>
            </a:lvl9pPr>
          </a:lstStyle>
          <a:p/>
        </p:txBody>
      </p:sp>
      <p:sp>
        <p:nvSpPr>
          <p:cNvPr id="185" name="Google Shape;185;p34"/>
          <p:cNvSpPr txBox="1"/>
          <p:nvPr>
            <p:ph idx="3" type="subTitle"/>
          </p:nvPr>
        </p:nvSpPr>
        <p:spPr>
          <a:xfrm>
            <a:off x="635500" y="1092900"/>
            <a:ext cx="7836900" cy="4410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accent1"/>
              </a:buClr>
              <a:buSzPts val="2000"/>
              <a:buNone/>
              <a:defRPr>
                <a:solidFill>
                  <a:schemeClr val="accent1"/>
                </a:solidFill>
              </a:defRPr>
            </a:lvl1pPr>
            <a:lvl2pPr lvl="1" algn="ctr">
              <a:spcBef>
                <a:spcPts val="0"/>
              </a:spcBef>
              <a:spcAft>
                <a:spcPts val="0"/>
              </a:spcAft>
              <a:buClr>
                <a:schemeClr val="accent1"/>
              </a:buClr>
              <a:buSzPts val="2000"/>
              <a:buNone/>
              <a:defRPr>
                <a:solidFill>
                  <a:schemeClr val="accent1"/>
                </a:solidFill>
              </a:defRPr>
            </a:lvl2pPr>
            <a:lvl3pPr lvl="2" algn="ctr">
              <a:spcBef>
                <a:spcPts val="0"/>
              </a:spcBef>
              <a:spcAft>
                <a:spcPts val="0"/>
              </a:spcAft>
              <a:buClr>
                <a:schemeClr val="accent1"/>
              </a:buClr>
              <a:buSzPts val="2000"/>
              <a:buNone/>
              <a:defRPr>
                <a:solidFill>
                  <a:schemeClr val="accent1"/>
                </a:solidFill>
              </a:defRPr>
            </a:lvl3pPr>
            <a:lvl4pPr lvl="3" algn="ctr">
              <a:spcBef>
                <a:spcPts val="0"/>
              </a:spcBef>
              <a:spcAft>
                <a:spcPts val="0"/>
              </a:spcAft>
              <a:buClr>
                <a:schemeClr val="accent1"/>
              </a:buClr>
              <a:buSzPts val="2000"/>
              <a:buNone/>
              <a:defRPr>
                <a:solidFill>
                  <a:schemeClr val="accent1"/>
                </a:solidFill>
              </a:defRPr>
            </a:lvl4pPr>
            <a:lvl5pPr lvl="4" algn="ctr">
              <a:spcBef>
                <a:spcPts val="0"/>
              </a:spcBef>
              <a:spcAft>
                <a:spcPts val="0"/>
              </a:spcAft>
              <a:buClr>
                <a:schemeClr val="accent1"/>
              </a:buClr>
              <a:buSzPts val="2000"/>
              <a:buNone/>
              <a:defRPr>
                <a:solidFill>
                  <a:schemeClr val="accent1"/>
                </a:solidFill>
              </a:defRPr>
            </a:lvl5pPr>
            <a:lvl6pPr lvl="5" algn="ctr">
              <a:spcBef>
                <a:spcPts val="0"/>
              </a:spcBef>
              <a:spcAft>
                <a:spcPts val="0"/>
              </a:spcAft>
              <a:buClr>
                <a:schemeClr val="accent1"/>
              </a:buClr>
              <a:buSzPts val="2000"/>
              <a:buNone/>
              <a:defRPr>
                <a:solidFill>
                  <a:schemeClr val="accent1"/>
                </a:solidFill>
              </a:defRPr>
            </a:lvl6pPr>
            <a:lvl7pPr lvl="6" algn="ctr">
              <a:spcBef>
                <a:spcPts val="0"/>
              </a:spcBef>
              <a:spcAft>
                <a:spcPts val="0"/>
              </a:spcAft>
              <a:buClr>
                <a:schemeClr val="accent1"/>
              </a:buClr>
              <a:buSzPts val="2000"/>
              <a:buNone/>
              <a:defRPr>
                <a:solidFill>
                  <a:schemeClr val="accent1"/>
                </a:solidFill>
              </a:defRPr>
            </a:lvl7pPr>
            <a:lvl8pPr lvl="7" algn="ctr">
              <a:spcBef>
                <a:spcPts val="0"/>
              </a:spcBef>
              <a:spcAft>
                <a:spcPts val="0"/>
              </a:spcAft>
              <a:buClr>
                <a:schemeClr val="accent1"/>
              </a:buClr>
              <a:buSzPts val="2000"/>
              <a:buNone/>
              <a:defRPr>
                <a:solidFill>
                  <a:schemeClr val="accent1"/>
                </a:solidFill>
              </a:defRPr>
            </a:lvl8pPr>
            <a:lvl9pPr lvl="8" algn="ctr">
              <a:spcBef>
                <a:spcPts val="0"/>
              </a:spcBef>
              <a:spcAft>
                <a:spcPts val="0"/>
              </a:spcAft>
              <a:buClr>
                <a:schemeClr val="accent1"/>
              </a:buClr>
              <a:buSzPts val="2000"/>
              <a:buNone/>
              <a:defRPr>
                <a:solidFill>
                  <a:schemeClr val="accent1"/>
                </a:solidFill>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title and body">
  <p:cSld name="CUSTOM">
    <p:bg>
      <p:bgPr>
        <a:solidFill>
          <a:schemeClr val="lt1"/>
        </a:solidFill>
      </p:bgPr>
    </p:bg>
    <p:spTree>
      <p:nvGrpSpPr>
        <p:cNvPr id="186" name="Shape 186"/>
        <p:cNvGrpSpPr/>
        <p:nvPr/>
      </p:nvGrpSpPr>
      <p:grpSpPr>
        <a:xfrm>
          <a:off x="0" y="0"/>
          <a:ext cx="0" cy="0"/>
          <a:chOff x="0" y="0"/>
          <a:chExt cx="0" cy="0"/>
        </a:xfrm>
      </p:grpSpPr>
      <p:sp>
        <p:nvSpPr>
          <p:cNvPr id="187" name="Google Shape;187;p35"/>
          <p:cNvSpPr/>
          <p:nvPr/>
        </p:nvSpPr>
        <p:spPr>
          <a:xfrm>
            <a:off x="228475" y="228600"/>
            <a:ext cx="8686800" cy="8658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ubik"/>
              <a:ea typeface="Rubik"/>
              <a:cs typeface="Rubik"/>
              <a:sym typeface="Rubik"/>
            </a:endParaRPr>
          </a:p>
        </p:txBody>
      </p:sp>
      <p:sp>
        <p:nvSpPr>
          <p:cNvPr id="188" name="Google Shape;188;p35"/>
          <p:cNvSpPr txBox="1"/>
          <p:nvPr>
            <p:ph type="title"/>
          </p:nvPr>
        </p:nvSpPr>
        <p:spPr>
          <a:xfrm>
            <a:off x="635500" y="228600"/>
            <a:ext cx="7836900" cy="8658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2"/>
              </a:buClr>
              <a:buSzPts val="4000"/>
              <a:buNone/>
              <a:defRPr>
                <a:solidFill>
                  <a:schemeClr val="lt2"/>
                </a:solidFill>
              </a:defRPr>
            </a:lvl1pPr>
            <a:lvl2pPr lvl="1">
              <a:spcBef>
                <a:spcPts val="0"/>
              </a:spcBef>
              <a:spcAft>
                <a:spcPts val="0"/>
              </a:spcAft>
              <a:buClr>
                <a:schemeClr val="lt2"/>
              </a:buClr>
              <a:buSzPts val="4000"/>
              <a:buNone/>
              <a:defRPr>
                <a:solidFill>
                  <a:schemeClr val="lt2"/>
                </a:solidFill>
              </a:defRPr>
            </a:lvl2pPr>
            <a:lvl3pPr lvl="2">
              <a:spcBef>
                <a:spcPts val="0"/>
              </a:spcBef>
              <a:spcAft>
                <a:spcPts val="0"/>
              </a:spcAft>
              <a:buClr>
                <a:schemeClr val="lt2"/>
              </a:buClr>
              <a:buSzPts val="4000"/>
              <a:buNone/>
              <a:defRPr>
                <a:solidFill>
                  <a:schemeClr val="lt2"/>
                </a:solidFill>
              </a:defRPr>
            </a:lvl3pPr>
            <a:lvl4pPr lvl="3">
              <a:spcBef>
                <a:spcPts val="0"/>
              </a:spcBef>
              <a:spcAft>
                <a:spcPts val="0"/>
              </a:spcAft>
              <a:buClr>
                <a:schemeClr val="lt2"/>
              </a:buClr>
              <a:buSzPts val="4000"/>
              <a:buNone/>
              <a:defRPr>
                <a:solidFill>
                  <a:schemeClr val="lt2"/>
                </a:solidFill>
              </a:defRPr>
            </a:lvl4pPr>
            <a:lvl5pPr lvl="4">
              <a:spcBef>
                <a:spcPts val="0"/>
              </a:spcBef>
              <a:spcAft>
                <a:spcPts val="0"/>
              </a:spcAft>
              <a:buClr>
                <a:schemeClr val="lt2"/>
              </a:buClr>
              <a:buSzPts val="4000"/>
              <a:buNone/>
              <a:defRPr>
                <a:solidFill>
                  <a:schemeClr val="lt2"/>
                </a:solidFill>
              </a:defRPr>
            </a:lvl5pPr>
            <a:lvl6pPr lvl="5">
              <a:spcBef>
                <a:spcPts val="0"/>
              </a:spcBef>
              <a:spcAft>
                <a:spcPts val="0"/>
              </a:spcAft>
              <a:buClr>
                <a:schemeClr val="lt2"/>
              </a:buClr>
              <a:buSzPts val="4000"/>
              <a:buNone/>
              <a:defRPr>
                <a:solidFill>
                  <a:schemeClr val="lt2"/>
                </a:solidFill>
              </a:defRPr>
            </a:lvl6pPr>
            <a:lvl7pPr lvl="6">
              <a:spcBef>
                <a:spcPts val="0"/>
              </a:spcBef>
              <a:spcAft>
                <a:spcPts val="0"/>
              </a:spcAft>
              <a:buClr>
                <a:schemeClr val="lt2"/>
              </a:buClr>
              <a:buSzPts val="4000"/>
              <a:buNone/>
              <a:defRPr>
                <a:solidFill>
                  <a:schemeClr val="lt2"/>
                </a:solidFill>
              </a:defRPr>
            </a:lvl7pPr>
            <a:lvl8pPr lvl="7">
              <a:spcBef>
                <a:spcPts val="0"/>
              </a:spcBef>
              <a:spcAft>
                <a:spcPts val="0"/>
              </a:spcAft>
              <a:buClr>
                <a:schemeClr val="lt2"/>
              </a:buClr>
              <a:buSzPts val="4000"/>
              <a:buNone/>
              <a:defRPr>
                <a:solidFill>
                  <a:schemeClr val="lt2"/>
                </a:solidFill>
              </a:defRPr>
            </a:lvl8pPr>
            <a:lvl9pPr lvl="8">
              <a:spcBef>
                <a:spcPts val="0"/>
              </a:spcBef>
              <a:spcAft>
                <a:spcPts val="0"/>
              </a:spcAft>
              <a:buClr>
                <a:schemeClr val="lt2"/>
              </a:buClr>
              <a:buSzPts val="4000"/>
              <a:buNone/>
              <a:defRPr>
                <a:solidFill>
                  <a:schemeClr val="lt2"/>
                </a:solidFill>
              </a:defRPr>
            </a:lvl9pPr>
          </a:lstStyle>
          <a:p/>
        </p:txBody>
      </p:sp>
      <p:sp>
        <p:nvSpPr>
          <p:cNvPr id="189" name="Google Shape;189;p35"/>
          <p:cNvSpPr/>
          <p:nvPr/>
        </p:nvSpPr>
        <p:spPr>
          <a:xfrm>
            <a:off x="228600" y="1092900"/>
            <a:ext cx="8686800" cy="441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0">
              <a:solidFill>
                <a:schemeClr val="dk1"/>
              </a:solidFill>
              <a:latin typeface="Young Serif"/>
              <a:ea typeface="Young Serif"/>
              <a:cs typeface="Young Serif"/>
              <a:sym typeface="Young Serif"/>
            </a:endParaRPr>
          </a:p>
        </p:txBody>
      </p:sp>
      <p:sp>
        <p:nvSpPr>
          <p:cNvPr id="190" name="Google Shape;190;p35"/>
          <p:cNvSpPr txBox="1"/>
          <p:nvPr>
            <p:ph idx="1" type="subTitle"/>
          </p:nvPr>
        </p:nvSpPr>
        <p:spPr>
          <a:xfrm>
            <a:off x="635500" y="1092900"/>
            <a:ext cx="7836900" cy="4410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accent1"/>
              </a:buClr>
              <a:buSzPts val="2000"/>
              <a:buNone/>
              <a:defRPr>
                <a:solidFill>
                  <a:schemeClr val="accent1"/>
                </a:solidFill>
              </a:defRPr>
            </a:lvl1pPr>
            <a:lvl2pPr lvl="1" algn="ctr">
              <a:spcBef>
                <a:spcPts val="0"/>
              </a:spcBef>
              <a:spcAft>
                <a:spcPts val="0"/>
              </a:spcAft>
              <a:buClr>
                <a:schemeClr val="accent1"/>
              </a:buClr>
              <a:buSzPts val="2000"/>
              <a:buNone/>
              <a:defRPr>
                <a:solidFill>
                  <a:schemeClr val="accent1"/>
                </a:solidFill>
              </a:defRPr>
            </a:lvl2pPr>
            <a:lvl3pPr lvl="2" algn="ctr">
              <a:spcBef>
                <a:spcPts val="0"/>
              </a:spcBef>
              <a:spcAft>
                <a:spcPts val="0"/>
              </a:spcAft>
              <a:buClr>
                <a:schemeClr val="accent1"/>
              </a:buClr>
              <a:buSzPts val="2000"/>
              <a:buNone/>
              <a:defRPr>
                <a:solidFill>
                  <a:schemeClr val="accent1"/>
                </a:solidFill>
              </a:defRPr>
            </a:lvl3pPr>
            <a:lvl4pPr lvl="3" algn="ctr">
              <a:spcBef>
                <a:spcPts val="0"/>
              </a:spcBef>
              <a:spcAft>
                <a:spcPts val="0"/>
              </a:spcAft>
              <a:buClr>
                <a:schemeClr val="accent1"/>
              </a:buClr>
              <a:buSzPts val="2000"/>
              <a:buNone/>
              <a:defRPr>
                <a:solidFill>
                  <a:schemeClr val="accent1"/>
                </a:solidFill>
              </a:defRPr>
            </a:lvl4pPr>
            <a:lvl5pPr lvl="4" algn="ctr">
              <a:spcBef>
                <a:spcPts val="0"/>
              </a:spcBef>
              <a:spcAft>
                <a:spcPts val="0"/>
              </a:spcAft>
              <a:buClr>
                <a:schemeClr val="accent1"/>
              </a:buClr>
              <a:buSzPts val="2000"/>
              <a:buNone/>
              <a:defRPr>
                <a:solidFill>
                  <a:schemeClr val="accent1"/>
                </a:solidFill>
              </a:defRPr>
            </a:lvl5pPr>
            <a:lvl6pPr lvl="5" algn="ctr">
              <a:spcBef>
                <a:spcPts val="0"/>
              </a:spcBef>
              <a:spcAft>
                <a:spcPts val="0"/>
              </a:spcAft>
              <a:buClr>
                <a:schemeClr val="accent1"/>
              </a:buClr>
              <a:buSzPts val="2000"/>
              <a:buNone/>
              <a:defRPr>
                <a:solidFill>
                  <a:schemeClr val="accent1"/>
                </a:solidFill>
              </a:defRPr>
            </a:lvl6pPr>
            <a:lvl7pPr lvl="6" algn="ctr">
              <a:spcBef>
                <a:spcPts val="0"/>
              </a:spcBef>
              <a:spcAft>
                <a:spcPts val="0"/>
              </a:spcAft>
              <a:buClr>
                <a:schemeClr val="accent1"/>
              </a:buClr>
              <a:buSzPts val="2000"/>
              <a:buNone/>
              <a:defRPr>
                <a:solidFill>
                  <a:schemeClr val="accent1"/>
                </a:solidFill>
              </a:defRPr>
            </a:lvl7pPr>
            <a:lvl8pPr lvl="7" algn="ctr">
              <a:spcBef>
                <a:spcPts val="0"/>
              </a:spcBef>
              <a:spcAft>
                <a:spcPts val="0"/>
              </a:spcAft>
              <a:buClr>
                <a:schemeClr val="accent1"/>
              </a:buClr>
              <a:buSzPts val="2000"/>
              <a:buNone/>
              <a:defRPr>
                <a:solidFill>
                  <a:schemeClr val="accent1"/>
                </a:solidFill>
              </a:defRPr>
            </a:lvl8pPr>
            <a:lvl9pPr lvl="8" algn="ctr">
              <a:spcBef>
                <a:spcPts val="0"/>
              </a:spcBef>
              <a:spcAft>
                <a:spcPts val="0"/>
              </a:spcAft>
              <a:buClr>
                <a:schemeClr val="accent1"/>
              </a:buClr>
              <a:buSzPts val="2000"/>
              <a:buNone/>
              <a:defRPr>
                <a:solidFill>
                  <a:schemeClr val="accent1"/>
                </a:solidFill>
              </a:defRPr>
            </a:lvl9pPr>
          </a:lstStyle>
          <a:p/>
        </p:txBody>
      </p:sp>
      <p:sp>
        <p:nvSpPr>
          <p:cNvPr id="191" name="Google Shape;191;p35"/>
          <p:cNvSpPr/>
          <p:nvPr/>
        </p:nvSpPr>
        <p:spPr>
          <a:xfrm>
            <a:off x="228450" y="1762300"/>
            <a:ext cx="8686800" cy="3152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ubik"/>
              <a:ea typeface="Rubik"/>
              <a:cs typeface="Rubik"/>
              <a:sym typeface="Rubik"/>
            </a:endParaRPr>
          </a:p>
        </p:txBody>
      </p:sp>
      <p:sp>
        <p:nvSpPr>
          <p:cNvPr id="192" name="Google Shape;192;p35"/>
          <p:cNvSpPr txBox="1"/>
          <p:nvPr>
            <p:ph idx="2" type="body"/>
          </p:nvPr>
        </p:nvSpPr>
        <p:spPr>
          <a:xfrm>
            <a:off x="456400" y="1983350"/>
            <a:ext cx="8113800" cy="2713200"/>
          </a:xfrm>
          <a:prstGeom prst="rect">
            <a:avLst/>
          </a:prstGeom>
        </p:spPr>
        <p:txBody>
          <a:bodyPr anchorCtr="0" anchor="t" bIns="91425" lIns="91425" spcFirstLastPara="1" rIns="91425" wrap="square" tIns="91425">
            <a:normAutofit/>
          </a:bodyPr>
          <a:lstStyle>
            <a:lvl1pPr indent="-314325" lvl="0" marL="457200">
              <a:spcBef>
                <a:spcPts val="0"/>
              </a:spcBef>
              <a:spcAft>
                <a:spcPts val="0"/>
              </a:spcAft>
              <a:buClr>
                <a:schemeClr val="lt2"/>
              </a:buClr>
              <a:buSzPts val="1350"/>
              <a:buChar char="●"/>
              <a:defRPr>
                <a:solidFill>
                  <a:schemeClr val="lt2"/>
                </a:solidFill>
              </a:defRPr>
            </a:lvl1pPr>
            <a:lvl2pPr indent="-314325" lvl="1" marL="914400">
              <a:spcBef>
                <a:spcPts val="0"/>
              </a:spcBef>
              <a:spcAft>
                <a:spcPts val="0"/>
              </a:spcAft>
              <a:buClr>
                <a:schemeClr val="lt2"/>
              </a:buClr>
              <a:buSzPts val="1350"/>
              <a:buChar char="○"/>
              <a:defRPr>
                <a:solidFill>
                  <a:schemeClr val="lt2"/>
                </a:solidFill>
              </a:defRPr>
            </a:lvl2pPr>
            <a:lvl3pPr indent="-314325" lvl="2" marL="1371600">
              <a:spcBef>
                <a:spcPts val="0"/>
              </a:spcBef>
              <a:spcAft>
                <a:spcPts val="0"/>
              </a:spcAft>
              <a:buClr>
                <a:schemeClr val="lt2"/>
              </a:buClr>
              <a:buSzPts val="1350"/>
              <a:buChar char="■"/>
              <a:defRPr>
                <a:solidFill>
                  <a:schemeClr val="lt2"/>
                </a:solidFill>
              </a:defRPr>
            </a:lvl3pPr>
            <a:lvl4pPr indent="-314325" lvl="3" marL="1828800">
              <a:spcBef>
                <a:spcPts val="0"/>
              </a:spcBef>
              <a:spcAft>
                <a:spcPts val="0"/>
              </a:spcAft>
              <a:buClr>
                <a:schemeClr val="lt2"/>
              </a:buClr>
              <a:buSzPts val="1350"/>
              <a:buChar char="●"/>
              <a:defRPr>
                <a:solidFill>
                  <a:schemeClr val="lt2"/>
                </a:solidFill>
              </a:defRPr>
            </a:lvl4pPr>
            <a:lvl5pPr indent="-314325" lvl="4" marL="2286000">
              <a:spcBef>
                <a:spcPts val="0"/>
              </a:spcBef>
              <a:spcAft>
                <a:spcPts val="0"/>
              </a:spcAft>
              <a:buClr>
                <a:schemeClr val="lt2"/>
              </a:buClr>
              <a:buSzPts val="1350"/>
              <a:buChar char="○"/>
              <a:defRPr>
                <a:solidFill>
                  <a:schemeClr val="lt2"/>
                </a:solidFill>
              </a:defRPr>
            </a:lvl5pPr>
            <a:lvl6pPr indent="-314325" lvl="5" marL="2743200">
              <a:spcBef>
                <a:spcPts val="0"/>
              </a:spcBef>
              <a:spcAft>
                <a:spcPts val="0"/>
              </a:spcAft>
              <a:buClr>
                <a:schemeClr val="lt2"/>
              </a:buClr>
              <a:buSzPts val="1350"/>
              <a:buChar char="■"/>
              <a:defRPr>
                <a:solidFill>
                  <a:schemeClr val="lt2"/>
                </a:solidFill>
              </a:defRPr>
            </a:lvl6pPr>
            <a:lvl7pPr indent="-314325" lvl="6" marL="3200400">
              <a:spcBef>
                <a:spcPts val="0"/>
              </a:spcBef>
              <a:spcAft>
                <a:spcPts val="0"/>
              </a:spcAft>
              <a:buClr>
                <a:schemeClr val="lt2"/>
              </a:buClr>
              <a:buSzPts val="1350"/>
              <a:buChar char="●"/>
              <a:defRPr>
                <a:solidFill>
                  <a:schemeClr val="lt2"/>
                </a:solidFill>
              </a:defRPr>
            </a:lvl7pPr>
            <a:lvl8pPr indent="-314325" lvl="7" marL="3657600">
              <a:spcBef>
                <a:spcPts val="0"/>
              </a:spcBef>
              <a:spcAft>
                <a:spcPts val="0"/>
              </a:spcAft>
              <a:buClr>
                <a:schemeClr val="lt2"/>
              </a:buClr>
              <a:buSzPts val="1350"/>
              <a:buChar char="○"/>
              <a:defRPr>
                <a:solidFill>
                  <a:schemeClr val="lt2"/>
                </a:solidFill>
              </a:defRPr>
            </a:lvl8pPr>
            <a:lvl9pPr indent="-314325" lvl="8" marL="4114800">
              <a:spcBef>
                <a:spcPts val="0"/>
              </a:spcBef>
              <a:spcAft>
                <a:spcPts val="0"/>
              </a:spcAft>
              <a:buClr>
                <a:schemeClr val="lt2"/>
              </a:buClr>
              <a:buSzPts val="1350"/>
              <a:buChar char="■"/>
              <a:defRPr>
                <a:solidFill>
                  <a:schemeClr val="lt2"/>
                </a:solidFill>
              </a:defRPr>
            </a:lvl9pPr>
          </a:lstStyle>
          <a:p/>
        </p:txBody>
      </p:sp>
      <p:sp>
        <p:nvSpPr>
          <p:cNvPr id="193" name="Google Shape;193;p35"/>
          <p:cNvSpPr txBox="1"/>
          <p:nvPr>
            <p:ph idx="12" type="sldNum"/>
          </p:nvPr>
        </p:nvSpPr>
        <p:spPr>
          <a:xfrm>
            <a:off x="8595308" y="474989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e column and image">
  <p:cSld name="CUSTOM_1">
    <p:bg>
      <p:bgPr>
        <a:solidFill>
          <a:schemeClr val="lt1"/>
        </a:solidFill>
      </p:bgPr>
    </p:bg>
    <p:spTree>
      <p:nvGrpSpPr>
        <p:cNvPr id="194" name="Shape 194"/>
        <p:cNvGrpSpPr/>
        <p:nvPr/>
      </p:nvGrpSpPr>
      <p:grpSpPr>
        <a:xfrm>
          <a:off x="0" y="0"/>
          <a:ext cx="0" cy="0"/>
          <a:chOff x="0" y="0"/>
          <a:chExt cx="0" cy="0"/>
        </a:xfrm>
      </p:grpSpPr>
      <p:sp>
        <p:nvSpPr>
          <p:cNvPr id="195" name="Google Shape;195;p36"/>
          <p:cNvSpPr/>
          <p:nvPr/>
        </p:nvSpPr>
        <p:spPr>
          <a:xfrm>
            <a:off x="228475" y="228600"/>
            <a:ext cx="8686800" cy="8658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ubik"/>
              <a:ea typeface="Rubik"/>
              <a:cs typeface="Rubik"/>
              <a:sym typeface="Rubik"/>
            </a:endParaRPr>
          </a:p>
        </p:txBody>
      </p:sp>
      <p:sp>
        <p:nvSpPr>
          <p:cNvPr id="196" name="Google Shape;196;p36"/>
          <p:cNvSpPr txBox="1"/>
          <p:nvPr>
            <p:ph type="title"/>
          </p:nvPr>
        </p:nvSpPr>
        <p:spPr>
          <a:xfrm>
            <a:off x="635500" y="228600"/>
            <a:ext cx="7836900" cy="8658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2"/>
              </a:buClr>
              <a:buSzPts val="4000"/>
              <a:buNone/>
              <a:defRPr>
                <a:solidFill>
                  <a:schemeClr val="lt2"/>
                </a:solidFill>
              </a:defRPr>
            </a:lvl1pPr>
            <a:lvl2pPr lvl="1">
              <a:spcBef>
                <a:spcPts val="0"/>
              </a:spcBef>
              <a:spcAft>
                <a:spcPts val="0"/>
              </a:spcAft>
              <a:buClr>
                <a:schemeClr val="lt2"/>
              </a:buClr>
              <a:buSzPts val="4000"/>
              <a:buNone/>
              <a:defRPr>
                <a:solidFill>
                  <a:schemeClr val="lt2"/>
                </a:solidFill>
              </a:defRPr>
            </a:lvl2pPr>
            <a:lvl3pPr lvl="2">
              <a:spcBef>
                <a:spcPts val="0"/>
              </a:spcBef>
              <a:spcAft>
                <a:spcPts val="0"/>
              </a:spcAft>
              <a:buClr>
                <a:schemeClr val="lt2"/>
              </a:buClr>
              <a:buSzPts val="4000"/>
              <a:buNone/>
              <a:defRPr>
                <a:solidFill>
                  <a:schemeClr val="lt2"/>
                </a:solidFill>
              </a:defRPr>
            </a:lvl3pPr>
            <a:lvl4pPr lvl="3">
              <a:spcBef>
                <a:spcPts val="0"/>
              </a:spcBef>
              <a:spcAft>
                <a:spcPts val="0"/>
              </a:spcAft>
              <a:buClr>
                <a:schemeClr val="lt2"/>
              </a:buClr>
              <a:buSzPts val="4000"/>
              <a:buNone/>
              <a:defRPr>
                <a:solidFill>
                  <a:schemeClr val="lt2"/>
                </a:solidFill>
              </a:defRPr>
            </a:lvl4pPr>
            <a:lvl5pPr lvl="4">
              <a:spcBef>
                <a:spcPts val="0"/>
              </a:spcBef>
              <a:spcAft>
                <a:spcPts val="0"/>
              </a:spcAft>
              <a:buClr>
                <a:schemeClr val="lt2"/>
              </a:buClr>
              <a:buSzPts val="4000"/>
              <a:buNone/>
              <a:defRPr>
                <a:solidFill>
                  <a:schemeClr val="lt2"/>
                </a:solidFill>
              </a:defRPr>
            </a:lvl5pPr>
            <a:lvl6pPr lvl="5">
              <a:spcBef>
                <a:spcPts val="0"/>
              </a:spcBef>
              <a:spcAft>
                <a:spcPts val="0"/>
              </a:spcAft>
              <a:buClr>
                <a:schemeClr val="lt2"/>
              </a:buClr>
              <a:buSzPts val="4000"/>
              <a:buNone/>
              <a:defRPr>
                <a:solidFill>
                  <a:schemeClr val="lt2"/>
                </a:solidFill>
              </a:defRPr>
            </a:lvl6pPr>
            <a:lvl7pPr lvl="6">
              <a:spcBef>
                <a:spcPts val="0"/>
              </a:spcBef>
              <a:spcAft>
                <a:spcPts val="0"/>
              </a:spcAft>
              <a:buClr>
                <a:schemeClr val="lt2"/>
              </a:buClr>
              <a:buSzPts val="4000"/>
              <a:buNone/>
              <a:defRPr>
                <a:solidFill>
                  <a:schemeClr val="lt2"/>
                </a:solidFill>
              </a:defRPr>
            </a:lvl7pPr>
            <a:lvl8pPr lvl="7">
              <a:spcBef>
                <a:spcPts val="0"/>
              </a:spcBef>
              <a:spcAft>
                <a:spcPts val="0"/>
              </a:spcAft>
              <a:buClr>
                <a:schemeClr val="lt2"/>
              </a:buClr>
              <a:buSzPts val="4000"/>
              <a:buNone/>
              <a:defRPr>
                <a:solidFill>
                  <a:schemeClr val="lt2"/>
                </a:solidFill>
              </a:defRPr>
            </a:lvl8pPr>
            <a:lvl9pPr lvl="8">
              <a:spcBef>
                <a:spcPts val="0"/>
              </a:spcBef>
              <a:spcAft>
                <a:spcPts val="0"/>
              </a:spcAft>
              <a:buClr>
                <a:schemeClr val="lt2"/>
              </a:buClr>
              <a:buSzPts val="4000"/>
              <a:buNone/>
              <a:defRPr>
                <a:solidFill>
                  <a:schemeClr val="lt2"/>
                </a:solidFill>
              </a:defRPr>
            </a:lvl9pPr>
          </a:lstStyle>
          <a:p/>
        </p:txBody>
      </p:sp>
      <p:sp>
        <p:nvSpPr>
          <p:cNvPr id="197" name="Google Shape;197;p36"/>
          <p:cNvSpPr/>
          <p:nvPr/>
        </p:nvSpPr>
        <p:spPr>
          <a:xfrm>
            <a:off x="228600" y="1092900"/>
            <a:ext cx="8686800" cy="441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0">
              <a:solidFill>
                <a:schemeClr val="dk1"/>
              </a:solidFill>
              <a:latin typeface="Young Serif"/>
              <a:ea typeface="Young Serif"/>
              <a:cs typeface="Young Serif"/>
              <a:sym typeface="Young Serif"/>
            </a:endParaRPr>
          </a:p>
        </p:txBody>
      </p:sp>
      <p:sp>
        <p:nvSpPr>
          <p:cNvPr id="198" name="Google Shape;198;p36"/>
          <p:cNvSpPr txBox="1"/>
          <p:nvPr>
            <p:ph idx="1" type="subTitle"/>
          </p:nvPr>
        </p:nvSpPr>
        <p:spPr>
          <a:xfrm>
            <a:off x="635500" y="1092900"/>
            <a:ext cx="7836900" cy="4410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accent1"/>
              </a:buClr>
              <a:buSzPts val="2000"/>
              <a:buNone/>
              <a:defRPr>
                <a:solidFill>
                  <a:schemeClr val="accent1"/>
                </a:solidFill>
              </a:defRPr>
            </a:lvl1pPr>
            <a:lvl2pPr lvl="1" algn="ctr">
              <a:spcBef>
                <a:spcPts val="0"/>
              </a:spcBef>
              <a:spcAft>
                <a:spcPts val="0"/>
              </a:spcAft>
              <a:buClr>
                <a:schemeClr val="accent1"/>
              </a:buClr>
              <a:buSzPts val="2000"/>
              <a:buNone/>
              <a:defRPr>
                <a:solidFill>
                  <a:schemeClr val="accent1"/>
                </a:solidFill>
              </a:defRPr>
            </a:lvl2pPr>
            <a:lvl3pPr lvl="2" algn="ctr">
              <a:spcBef>
                <a:spcPts val="0"/>
              </a:spcBef>
              <a:spcAft>
                <a:spcPts val="0"/>
              </a:spcAft>
              <a:buClr>
                <a:schemeClr val="accent1"/>
              </a:buClr>
              <a:buSzPts val="2000"/>
              <a:buNone/>
              <a:defRPr>
                <a:solidFill>
                  <a:schemeClr val="accent1"/>
                </a:solidFill>
              </a:defRPr>
            </a:lvl3pPr>
            <a:lvl4pPr lvl="3" algn="ctr">
              <a:spcBef>
                <a:spcPts val="0"/>
              </a:spcBef>
              <a:spcAft>
                <a:spcPts val="0"/>
              </a:spcAft>
              <a:buClr>
                <a:schemeClr val="accent1"/>
              </a:buClr>
              <a:buSzPts val="2000"/>
              <a:buNone/>
              <a:defRPr>
                <a:solidFill>
                  <a:schemeClr val="accent1"/>
                </a:solidFill>
              </a:defRPr>
            </a:lvl4pPr>
            <a:lvl5pPr lvl="4" algn="ctr">
              <a:spcBef>
                <a:spcPts val="0"/>
              </a:spcBef>
              <a:spcAft>
                <a:spcPts val="0"/>
              </a:spcAft>
              <a:buClr>
                <a:schemeClr val="accent1"/>
              </a:buClr>
              <a:buSzPts val="2000"/>
              <a:buNone/>
              <a:defRPr>
                <a:solidFill>
                  <a:schemeClr val="accent1"/>
                </a:solidFill>
              </a:defRPr>
            </a:lvl5pPr>
            <a:lvl6pPr lvl="5" algn="ctr">
              <a:spcBef>
                <a:spcPts val="0"/>
              </a:spcBef>
              <a:spcAft>
                <a:spcPts val="0"/>
              </a:spcAft>
              <a:buClr>
                <a:schemeClr val="accent1"/>
              </a:buClr>
              <a:buSzPts val="2000"/>
              <a:buNone/>
              <a:defRPr>
                <a:solidFill>
                  <a:schemeClr val="accent1"/>
                </a:solidFill>
              </a:defRPr>
            </a:lvl6pPr>
            <a:lvl7pPr lvl="6" algn="ctr">
              <a:spcBef>
                <a:spcPts val="0"/>
              </a:spcBef>
              <a:spcAft>
                <a:spcPts val="0"/>
              </a:spcAft>
              <a:buClr>
                <a:schemeClr val="accent1"/>
              </a:buClr>
              <a:buSzPts val="2000"/>
              <a:buNone/>
              <a:defRPr>
                <a:solidFill>
                  <a:schemeClr val="accent1"/>
                </a:solidFill>
              </a:defRPr>
            </a:lvl7pPr>
            <a:lvl8pPr lvl="7" algn="ctr">
              <a:spcBef>
                <a:spcPts val="0"/>
              </a:spcBef>
              <a:spcAft>
                <a:spcPts val="0"/>
              </a:spcAft>
              <a:buClr>
                <a:schemeClr val="accent1"/>
              </a:buClr>
              <a:buSzPts val="2000"/>
              <a:buNone/>
              <a:defRPr>
                <a:solidFill>
                  <a:schemeClr val="accent1"/>
                </a:solidFill>
              </a:defRPr>
            </a:lvl8pPr>
            <a:lvl9pPr lvl="8" algn="ctr">
              <a:spcBef>
                <a:spcPts val="0"/>
              </a:spcBef>
              <a:spcAft>
                <a:spcPts val="0"/>
              </a:spcAft>
              <a:buClr>
                <a:schemeClr val="accent1"/>
              </a:buClr>
              <a:buSzPts val="2000"/>
              <a:buNone/>
              <a:defRPr>
                <a:solidFill>
                  <a:schemeClr val="accent1"/>
                </a:solidFill>
              </a:defRPr>
            </a:lvl9pPr>
          </a:lstStyle>
          <a:p/>
        </p:txBody>
      </p:sp>
      <p:sp>
        <p:nvSpPr>
          <p:cNvPr id="199" name="Google Shape;199;p36"/>
          <p:cNvSpPr/>
          <p:nvPr>
            <p:ph idx="2" type="pic"/>
          </p:nvPr>
        </p:nvSpPr>
        <p:spPr>
          <a:xfrm>
            <a:off x="4685900" y="1762300"/>
            <a:ext cx="4229400" cy="3152400"/>
          </a:xfrm>
          <a:prstGeom prst="rect">
            <a:avLst/>
          </a:prstGeom>
          <a:noFill/>
          <a:ln>
            <a:noFill/>
          </a:ln>
        </p:spPr>
      </p:sp>
      <p:sp>
        <p:nvSpPr>
          <p:cNvPr id="200" name="Google Shape;200;p36"/>
          <p:cNvSpPr/>
          <p:nvPr/>
        </p:nvSpPr>
        <p:spPr>
          <a:xfrm>
            <a:off x="228450" y="1762300"/>
            <a:ext cx="4229400" cy="3152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ubik"/>
              <a:ea typeface="Rubik"/>
              <a:cs typeface="Rubik"/>
              <a:sym typeface="Rubik"/>
            </a:endParaRPr>
          </a:p>
        </p:txBody>
      </p:sp>
      <p:sp>
        <p:nvSpPr>
          <p:cNvPr id="201" name="Google Shape;201;p36"/>
          <p:cNvSpPr txBox="1"/>
          <p:nvPr>
            <p:ph idx="3" type="body"/>
          </p:nvPr>
        </p:nvSpPr>
        <p:spPr>
          <a:xfrm>
            <a:off x="456400" y="1983350"/>
            <a:ext cx="3780300" cy="2713200"/>
          </a:xfrm>
          <a:prstGeom prst="rect">
            <a:avLst/>
          </a:prstGeom>
        </p:spPr>
        <p:txBody>
          <a:bodyPr anchorCtr="0" anchor="t" bIns="91425" lIns="91425" spcFirstLastPara="1" rIns="91425" wrap="square" tIns="91425">
            <a:normAutofit/>
          </a:bodyPr>
          <a:lstStyle>
            <a:lvl1pPr indent="-314325" lvl="0" marL="457200">
              <a:spcBef>
                <a:spcPts val="0"/>
              </a:spcBef>
              <a:spcAft>
                <a:spcPts val="0"/>
              </a:spcAft>
              <a:buClr>
                <a:schemeClr val="lt2"/>
              </a:buClr>
              <a:buSzPts val="1350"/>
              <a:buChar char="●"/>
              <a:defRPr>
                <a:solidFill>
                  <a:schemeClr val="lt2"/>
                </a:solidFill>
              </a:defRPr>
            </a:lvl1pPr>
            <a:lvl2pPr indent="-314325" lvl="1" marL="914400">
              <a:spcBef>
                <a:spcPts val="0"/>
              </a:spcBef>
              <a:spcAft>
                <a:spcPts val="0"/>
              </a:spcAft>
              <a:buClr>
                <a:schemeClr val="lt2"/>
              </a:buClr>
              <a:buSzPts val="1350"/>
              <a:buChar char="○"/>
              <a:defRPr>
                <a:solidFill>
                  <a:schemeClr val="lt2"/>
                </a:solidFill>
              </a:defRPr>
            </a:lvl2pPr>
            <a:lvl3pPr indent="-314325" lvl="2" marL="1371600">
              <a:spcBef>
                <a:spcPts val="0"/>
              </a:spcBef>
              <a:spcAft>
                <a:spcPts val="0"/>
              </a:spcAft>
              <a:buClr>
                <a:schemeClr val="lt2"/>
              </a:buClr>
              <a:buSzPts val="1350"/>
              <a:buChar char="■"/>
              <a:defRPr>
                <a:solidFill>
                  <a:schemeClr val="lt2"/>
                </a:solidFill>
              </a:defRPr>
            </a:lvl3pPr>
            <a:lvl4pPr indent="-314325" lvl="3" marL="1828800">
              <a:spcBef>
                <a:spcPts val="0"/>
              </a:spcBef>
              <a:spcAft>
                <a:spcPts val="0"/>
              </a:spcAft>
              <a:buClr>
                <a:schemeClr val="lt2"/>
              </a:buClr>
              <a:buSzPts val="1350"/>
              <a:buChar char="●"/>
              <a:defRPr>
                <a:solidFill>
                  <a:schemeClr val="lt2"/>
                </a:solidFill>
              </a:defRPr>
            </a:lvl4pPr>
            <a:lvl5pPr indent="-314325" lvl="4" marL="2286000">
              <a:spcBef>
                <a:spcPts val="0"/>
              </a:spcBef>
              <a:spcAft>
                <a:spcPts val="0"/>
              </a:spcAft>
              <a:buClr>
                <a:schemeClr val="lt2"/>
              </a:buClr>
              <a:buSzPts val="1350"/>
              <a:buChar char="○"/>
              <a:defRPr>
                <a:solidFill>
                  <a:schemeClr val="lt2"/>
                </a:solidFill>
              </a:defRPr>
            </a:lvl5pPr>
            <a:lvl6pPr indent="-314325" lvl="5" marL="2743200">
              <a:spcBef>
                <a:spcPts val="0"/>
              </a:spcBef>
              <a:spcAft>
                <a:spcPts val="0"/>
              </a:spcAft>
              <a:buClr>
                <a:schemeClr val="lt2"/>
              </a:buClr>
              <a:buSzPts val="1350"/>
              <a:buChar char="■"/>
              <a:defRPr>
                <a:solidFill>
                  <a:schemeClr val="lt2"/>
                </a:solidFill>
              </a:defRPr>
            </a:lvl6pPr>
            <a:lvl7pPr indent="-314325" lvl="6" marL="3200400">
              <a:spcBef>
                <a:spcPts val="0"/>
              </a:spcBef>
              <a:spcAft>
                <a:spcPts val="0"/>
              </a:spcAft>
              <a:buClr>
                <a:schemeClr val="lt2"/>
              </a:buClr>
              <a:buSzPts val="1350"/>
              <a:buChar char="●"/>
              <a:defRPr>
                <a:solidFill>
                  <a:schemeClr val="lt2"/>
                </a:solidFill>
              </a:defRPr>
            </a:lvl7pPr>
            <a:lvl8pPr indent="-314325" lvl="7" marL="3657600">
              <a:spcBef>
                <a:spcPts val="0"/>
              </a:spcBef>
              <a:spcAft>
                <a:spcPts val="0"/>
              </a:spcAft>
              <a:buClr>
                <a:schemeClr val="lt2"/>
              </a:buClr>
              <a:buSzPts val="1350"/>
              <a:buChar char="○"/>
              <a:defRPr>
                <a:solidFill>
                  <a:schemeClr val="lt2"/>
                </a:solidFill>
              </a:defRPr>
            </a:lvl8pPr>
            <a:lvl9pPr indent="-314325" lvl="8" marL="4114800">
              <a:spcBef>
                <a:spcPts val="0"/>
              </a:spcBef>
              <a:spcAft>
                <a:spcPts val="0"/>
              </a:spcAft>
              <a:buClr>
                <a:schemeClr val="lt2"/>
              </a:buClr>
              <a:buSzPts val="1350"/>
              <a:buChar char="■"/>
              <a:defRPr>
                <a:solidFill>
                  <a:schemeClr val="lt2"/>
                </a:solidFill>
              </a:defRPr>
            </a:lvl9pPr>
          </a:lstStyle>
          <a:p/>
        </p:txBody>
      </p:sp>
      <p:sp>
        <p:nvSpPr>
          <p:cNvPr id="202" name="Google Shape;202;p36"/>
          <p:cNvSpPr txBox="1"/>
          <p:nvPr>
            <p:ph idx="12" type="sldNum"/>
          </p:nvPr>
        </p:nvSpPr>
        <p:spPr>
          <a:xfrm>
            <a:off x="8595308" y="474989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hree columns and image 1">
  <p:cSld name="CUSTOM_2">
    <p:bg>
      <p:bgPr>
        <a:solidFill>
          <a:schemeClr val="lt1"/>
        </a:solidFill>
      </p:bgPr>
    </p:bg>
    <p:spTree>
      <p:nvGrpSpPr>
        <p:cNvPr id="203" name="Shape 203"/>
        <p:cNvGrpSpPr/>
        <p:nvPr/>
      </p:nvGrpSpPr>
      <p:grpSpPr>
        <a:xfrm>
          <a:off x="0" y="0"/>
          <a:ext cx="0" cy="0"/>
          <a:chOff x="0" y="0"/>
          <a:chExt cx="0" cy="0"/>
        </a:xfrm>
      </p:grpSpPr>
      <p:sp>
        <p:nvSpPr>
          <p:cNvPr id="204" name="Google Shape;204;p37"/>
          <p:cNvSpPr/>
          <p:nvPr/>
        </p:nvSpPr>
        <p:spPr>
          <a:xfrm>
            <a:off x="228475" y="228600"/>
            <a:ext cx="8686800" cy="8658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ubik"/>
              <a:ea typeface="Rubik"/>
              <a:cs typeface="Rubik"/>
              <a:sym typeface="Rubik"/>
            </a:endParaRPr>
          </a:p>
        </p:txBody>
      </p:sp>
      <p:sp>
        <p:nvSpPr>
          <p:cNvPr id="205" name="Google Shape;205;p37"/>
          <p:cNvSpPr txBox="1"/>
          <p:nvPr>
            <p:ph type="title"/>
          </p:nvPr>
        </p:nvSpPr>
        <p:spPr>
          <a:xfrm>
            <a:off x="635500" y="228600"/>
            <a:ext cx="7836900" cy="8658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2"/>
              </a:buClr>
              <a:buSzPts val="4000"/>
              <a:buNone/>
              <a:defRPr>
                <a:solidFill>
                  <a:schemeClr val="lt2"/>
                </a:solidFill>
              </a:defRPr>
            </a:lvl1pPr>
            <a:lvl2pPr lvl="1">
              <a:spcBef>
                <a:spcPts val="0"/>
              </a:spcBef>
              <a:spcAft>
                <a:spcPts val="0"/>
              </a:spcAft>
              <a:buClr>
                <a:schemeClr val="lt2"/>
              </a:buClr>
              <a:buSzPts val="4000"/>
              <a:buNone/>
              <a:defRPr>
                <a:solidFill>
                  <a:schemeClr val="lt2"/>
                </a:solidFill>
              </a:defRPr>
            </a:lvl2pPr>
            <a:lvl3pPr lvl="2">
              <a:spcBef>
                <a:spcPts val="0"/>
              </a:spcBef>
              <a:spcAft>
                <a:spcPts val="0"/>
              </a:spcAft>
              <a:buClr>
                <a:schemeClr val="lt2"/>
              </a:buClr>
              <a:buSzPts val="4000"/>
              <a:buNone/>
              <a:defRPr>
                <a:solidFill>
                  <a:schemeClr val="lt2"/>
                </a:solidFill>
              </a:defRPr>
            </a:lvl3pPr>
            <a:lvl4pPr lvl="3">
              <a:spcBef>
                <a:spcPts val="0"/>
              </a:spcBef>
              <a:spcAft>
                <a:spcPts val="0"/>
              </a:spcAft>
              <a:buClr>
                <a:schemeClr val="lt2"/>
              </a:buClr>
              <a:buSzPts val="4000"/>
              <a:buNone/>
              <a:defRPr>
                <a:solidFill>
                  <a:schemeClr val="lt2"/>
                </a:solidFill>
              </a:defRPr>
            </a:lvl4pPr>
            <a:lvl5pPr lvl="4">
              <a:spcBef>
                <a:spcPts val="0"/>
              </a:spcBef>
              <a:spcAft>
                <a:spcPts val="0"/>
              </a:spcAft>
              <a:buClr>
                <a:schemeClr val="lt2"/>
              </a:buClr>
              <a:buSzPts val="4000"/>
              <a:buNone/>
              <a:defRPr>
                <a:solidFill>
                  <a:schemeClr val="lt2"/>
                </a:solidFill>
              </a:defRPr>
            </a:lvl5pPr>
            <a:lvl6pPr lvl="5">
              <a:spcBef>
                <a:spcPts val="0"/>
              </a:spcBef>
              <a:spcAft>
                <a:spcPts val="0"/>
              </a:spcAft>
              <a:buClr>
                <a:schemeClr val="lt2"/>
              </a:buClr>
              <a:buSzPts val="4000"/>
              <a:buNone/>
              <a:defRPr>
                <a:solidFill>
                  <a:schemeClr val="lt2"/>
                </a:solidFill>
              </a:defRPr>
            </a:lvl6pPr>
            <a:lvl7pPr lvl="6">
              <a:spcBef>
                <a:spcPts val="0"/>
              </a:spcBef>
              <a:spcAft>
                <a:spcPts val="0"/>
              </a:spcAft>
              <a:buClr>
                <a:schemeClr val="lt2"/>
              </a:buClr>
              <a:buSzPts val="4000"/>
              <a:buNone/>
              <a:defRPr>
                <a:solidFill>
                  <a:schemeClr val="lt2"/>
                </a:solidFill>
              </a:defRPr>
            </a:lvl7pPr>
            <a:lvl8pPr lvl="7">
              <a:spcBef>
                <a:spcPts val="0"/>
              </a:spcBef>
              <a:spcAft>
                <a:spcPts val="0"/>
              </a:spcAft>
              <a:buClr>
                <a:schemeClr val="lt2"/>
              </a:buClr>
              <a:buSzPts val="4000"/>
              <a:buNone/>
              <a:defRPr>
                <a:solidFill>
                  <a:schemeClr val="lt2"/>
                </a:solidFill>
              </a:defRPr>
            </a:lvl8pPr>
            <a:lvl9pPr lvl="8">
              <a:spcBef>
                <a:spcPts val="0"/>
              </a:spcBef>
              <a:spcAft>
                <a:spcPts val="0"/>
              </a:spcAft>
              <a:buClr>
                <a:schemeClr val="lt2"/>
              </a:buClr>
              <a:buSzPts val="4000"/>
              <a:buNone/>
              <a:defRPr>
                <a:solidFill>
                  <a:schemeClr val="lt2"/>
                </a:solidFill>
              </a:defRPr>
            </a:lvl9pPr>
          </a:lstStyle>
          <a:p/>
        </p:txBody>
      </p:sp>
      <p:sp>
        <p:nvSpPr>
          <p:cNvPr id="206" name="Google Shape;206;p37"/>
          <p:cNvSpPr/>
          <p:nvPr/>
        </p:nvSpPr>
        <p:spPr>
          <a:xfrm>
            <a:off x="228600" y="1322475"/>
            <a:ext cx="2768700" cy="45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Young Serif"/>
              <a:ea typeface="Young Serif"/>
              <a:cs typeface="Young Serif"/>
              <a:sym typeface="Young Serif"/>
            </a:endParaRPr>
          </a:p>
        </p:txBody>
      </p:sp>
      <p:sp>
        <p:nvSpPr>
          <p:cNvPr id="207" name="Google Shape;207;p37"/>
          <p:cNvSpPr txBox="1"/>
          <p:nvPr>
            <p:ph idx="1" type="subTitle"/>
          </p:nvPr>
        </p:nvSpPr>
        <p:spPr>
          <a:xfrm>
            <a:off x="228600" y="1322450"/>
            <a:ext cx="2768700" cy="450900"/>
          </a:xfrm>
          <a:prstGeom prst="rect">
            <a:avLst/>
          </a:prstGeom>
        </p:spPr>
        <p:txBody>
          <a:bodyPr anchorCtr="0" anchor="ctr" bIns="91425" lIns="171450" spcFirstLastPara="1" rIns="91425" wrap="square" tIns="91425">
            <a:noAutofit/>
          </a:bodyPr>
          <a:lstStyle>
            <a:lvl1pPr lvl="0">
              <a:spcBef>
                <a:spcPts val="0"/>
              </a:spcBef>
              <a:spcAft>
                <a:spcPts val="0"/>
              </a:spcAft>
              <a:buClr>
                <a:schemeClr val="accent1"/>
              </a:buClr>
              <a:buSzPts val="1400"/>
              <a:buNone/>
              <a:defRPr sz="1400">
                <a:solidFill>
                  <a:schemeClr val="accent1"/>
                </a:solidFill>
              </a:defRPr>
            </a:lvl1pPr>
            <a:lvl2pPr lvl="1">
              <a:spcBef>
                <a:spcPts val="0"/>
              </a:spcBef>
              <a:spcAft>
                <a:spcPts val="0"/>
              </a:spcAft>
              <a:buClr>
                <a:schemeClr val="accent1"/>
              </a:buClr>
              <a:buSzPts val="1400"/>
              <a:buNone/>
              <a:defRPr sz="1400">
                <a:solidFill>
                  <a:schemeClr val="accent1"/>
                </a:solidFill>
              </a:defRPr>
            </a:lvl2pPr>
            <a:lvl3pPr lvl="2">
              <a:spcBef>
                <a:spcPts val="0"/>
              </a:spcBef>
              <a:spcAft>
                <a:spcPts val="0"/>
              </a:spcAft>
              <a:buClr>
                <a:schemeClr val="accent1"/>
              </a:buClr>
              <a:buSzPts val="1400"/>
              <a:buNone/>
              <a:defRPr sz="1400">
                <a:solidFill>
                  <a:schemeClr val="accent1"/>
                </a:solidFill>
              </a:defRPr>
            </a:lvl3pPr>
            <a:lvl4pPr lvl="3">
              <a:spcBef>
                <a:spcPts val="0"/>
              </a:spcBef>
              <a:spcAft>
                <a:spcPts val="0"/>
              </a:spcAft>
              <a:buClr>
                <a:schemeClr val="accent1"/>
              </a:buClr>
              <a:buSzPts val="1400"/>
              <a:buNone/>
              <a:defRPr sz="1400">
                <a:solidFill>
                  <a:schemeClr val="accent1"/>
                </a:solidFill>
              </a:defRPr>
            </a:lvl4pPr>
            <a:lvl5pPr lvl="4">
              <a:spcBef>
                <a:spcPts val="0"/>
              </a:spcBef>
              <a:spcAft>
                <a:spcPts val="0"/>
              </a:spcAft>
              <a:buClr>
                <a:schemeClr val="accent1"/>
              </a:buClr>
              <a:buSzPts val="1400"/>
              <a:buNone/>
              <a:defRPr sz="1400">
                <a:solidFill>
                  <a:schemeClr val="accent1"/>
                </a:solidFill>
              </a:defRPr>
            </a:lvl5pPr>
            <a:lvl6pPr lvl="5">
              <a:spcBef>
                <a:spcPts val="0"/>
              </a:spcBef>
              <a:spcAft>
                <a:spcPts val="0"/>
              </a:spcAft>
              <a:buClr>
                <a:schemeClr val="accent1"/>
              </a:buClr>
              <a:buSzPts val="1400"/>
              <a:buNone/>
              <a:defRPr sz="1400">
                <a:solidFill>
                  <a:schemeClr val="accent1"/>
                </a:solidFill>
              </a:defRPr>
            </a:lvl6pPr>
            <a:lvl7pPr lvl="6">
              <a:spcBef>
                <a:spcPts val="0"/>
              </a:spcBef>
              <a:spcAft>
                <a:spcPts val="0"/>
              </a:spcAft>
              <a:buClr>
                <a:schemeClr val="accent1"/>
              </a:buClr>
              <a:buSzPts val="1400"/>
              <a:buNone/>
              <a:defRPr sz="1400">
                <a:solidFill>
                  <a:schemeClr val="accent1"/>
                </a:solidFill>
              </a:defRPr>
            </a:lvl7pPr>
            <a:lvl8pPr lvl="7">
              <a:spcBef>
                <a:spcPts val="0"/>
              </a:spcBef>
              <a:spcAft>
                <a:spcPts val="0"/>
              </a:spcAft>
              <a:buClr>
                <a:schemeClr val="accent1"/>
              </a:buClr>
              <a:buSzPts val="1400"/>
              <a:buNone/>
              <a:defRPr sz="1400">
                <a:solidFill>
                  <a:schemeClr val="accent1"/>
                </a:solidFill>
              </a:defRPr>
            </a:lvl8pPr>
            <a:lvl9pPr lvl="8">
              <a:spcBef>
                <a:spcPts val="0"/>
              </a:spcBef>
              <a:spcAft>
                <a:spcPts val="0"/>
              </a:spcAft>
              <a:buClr>
                <a:schemeClr val="accent1"/>
              </a:buClr>
              <a:buSzPts val="1400"/>
              <a:buNone/>
              <a:defRPr sz="1400">
                <a:solidFill>
                  <a:schemeClr val="accent1"/>
                </a:solidFill>
              </a:defRPr>
            </a:lvl9pPr>
          </a:lstStyle>
          <a:p/>
        </p:txBody>
      </p:sp>
      <p:sp>
        <p:nvSpPr>
          <p:cNvPr id="208" name="Google Shape;208;p37"/>
          <p:cNvSpPr/>
          <p:nvPr>
            <p:ph idx="2" type="pic"/>
          </p:nvPr>
        </p:nvSpPr>
        <p:spPr>
          <a:xfrm>
            <a:off x="228600" y="3062975"/>
            <a:ext cx="8686800" cy="1851900"/>
          </a:xfrm>
          <a:prstGeom prst="rect">
            <a:avLst/>
          </a:prstGeom>
          <a:noFill/>
          <a:ln>
            <a:noFill/>
          </a:ln>
        </p:spPr>
      </p:sp>
      <p:sp>
        <p:nvSpPr>
          <p:cNvPr id="209" name="Google Shape;209;p37"/>
          <p:cNvSpPr/>
          <p:nvPr/>
        </p:nvSpPr>
        <p:spPr>
          <a:xfrm>
            <a:off x="228600" y="1756113"/>
            <a:ext cx="2768700" cy="10860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None/>
            </a:pPr>
            <a:r>
              <a:t/>
            </a:r>
            <a:endParaRPr sz="1000">
              <a:solidFill>
                <a:srgbClr val="FFFFFF"/>
              </a:solidFill>
              <a:latin typeface="Rubik"/>
              <a:ea typeface="Rubik"/>
              <a:cs typeface="Rubik"/>
              <a:sym typeface="Rubik"/>
            </a:endParaRPr>
          </a:p>
        </p:txBody>
      </p:sp>
      <p:sp>
        <p:nvSpPr>
          <p:cNvPr id="210" name="Google Shape;210;p37"/>
          <p:cNvSpPr txBox="1"/>
          <p:nvPr>
            <p:ph idx="3" type="body"/>
          </p:nvPr>
        </p:nvSpPr>
        <p:spPr>
          <a:xfrm>
            <a:off x="228600" y="1809225"/>
            <a:ext cx="2768700" cy="979800"/>
          </a:xfrm>
          <a:prstGeom prst="rect">
            <a:avLst/>
          </a:prstGeom>
        </p:spPr>
        <p:txBody>
          <a:bodyPr anchorCtr="0" anchor="t" bIns="91425" lIns="114300" spcFirstLastPara="1" rIns="91425" wrap="square" tIns="91425">
            <a:normAutofit/>
          </a:bodyPr>
          <a:lstStyle>
            <a:lvl1pPr indent="-292100" lvl="0" marL="457200">
              <a:spcBef>
                <a:spcPts val="0"/>
              </a:spcBef>
              <a:spcAft>
                <a:spcPts val="0"/>
              </a:spcAft>
              <a:buClr>
                <a:schemeClr val="lt2"/>
              </a:buClr>
              <a:buSzPts val="1000"/>
              <a:buChar char="●"/>
              <a:defRPr sz="1000">
                <a:solidFill>
                  <a:schemeClr val="lt2"/>
                </a:solidFill>
              </a:defRPr>
            </a:lvl1pPr>
            <a:lvl2pPr indent="-292100" lvl="1" marL="914400">
              <a:spcBef>
                <a:spcPts val="0"/>
              </a:spcBef>
              <a:spcAft>
                <a:spcPts val="0"/>
              </a:spcAft>
              <a:buClr>
                <a:schemeClr val="lt2"/>
              </a:buClr>
              <a:buSzPts val="1000"/>
              <a:buChar char="○"/>
              <a:defRPr sz="1000">
                <a:solidFill>
                  <a:schemeClr val="lt2"/>
                </a:solidFill>
              </a:defRPr>
            </a:lvl2pPr>
            <a:lvl3pPr indent="-292100" lvl="2" marL="1371600">
              <a:spcBef>
                <a:spcPts val="0"/>
              </a:spcBef>
              <a:spcAft>
                <a:spcPts val="0"/>
              </a:spcAft>
              <a:buClr>
                <a:schemeClr val="lt2"/>
              </a:buClr>
              <a:buSzPts val="1000"/>
              <a:buChar char="■"/>
              <a:defRPr sz="1000">
                <a:solidFill>
                  <a:schemeClr val="lt2"/>
                </a:solidFill>
              </a:defRPr>
            </a:lvl3pPr>
            <a:lvl4pPr indent="-292100" lvl="3" marL="1828800">
              <a:spcBef>
                <a:spcPts val="0"/>
              </a:spcBef>
              <a:spcAft>
                <a:spcPts val="0"/>
              </a:spcAft>
              <a:buClr>
                <a:schemeClr val="lt2"/>
              </a:buClr>
              <a:buSzPts val="1000"/>
              <a:buChar char="●"/>
              <a:defRPr sz="1000">
                <a:solidFill>
                  <a:schemeClr val="lt2"/>
                </a:solidFill>
              </a:defRPr>
            </a:lvl4pPr>
            <a:lvl5pPr indent="-292100" lvl="4" marL="2286000">
              <a:spcBef>
                <a:spcPts val="0"/>
              </a:spcBef>
              <a:spcAft>
                <a:spcPts val="0"/>
              </a:spcAft>
              <a:buClr>
                <a:schemeClr val="lt2"/>
              </a:buClr>
              <a:buSzPts val="1000"/>
              <a:buChar char="○"/>
              <a:defRPr sz="1000">
                <a:solidFill>
                  <a:schemeClr val="lt2"/>
                </a:solidFill>
              </a:defRPr>
            </a:lvl5pPr>
            <a:lvl6pPr indent="-292100" lvl="5" marL="2743200">
              <a:spcBef>
                <a:spcPts val="0"/>
              </a:spcBef>
              <a:spcAft>
                <a:spcPts val="0"/>
              </a:spcAft>
              <a:buClr>
                <a:schemeClr val="lt2"/>
              </a:buClr>
              <a:buSzPts val="1000"/>
              <a:buChar char="■"/>
              <a:defRPr sz="1000">
                <a:solidFill>
                  <a:schemeClr val="lt2"/>
                </a:solidFill>
              </a:defRPr>
            </a:lvl6pPr>
            <a:lvl7pPr indent="-292100" lvl="6" marL="3200400">
              <a:spcBef>
                <a:spcPts val="0"/>
              </a:spcBef>
              <a:spcAft>
                <a:spcPts val="0"/>
              </a:spcAft>
              <a:buClr>
                <a:schemeClr val="lt2"/>
              </a:buClr>
              <a:buSzPts val="1000"/>
              <a:buChar char="●"/>
              <a:defRPr sz="1000">
                <a:solidFill>
                  <a:schemeClr val="lt2"/>
                </a:solidFill>
              </a:defRPr>
            </a:lvl7pPr>
            <a:lvl8pPr indent="-292100" lvl="7" marL="3657600">
              <a:spcBef>
                <a:spcPts val="0"/>
              </a:spcBef>
              <a:spcAft>
                <a:spcPts val="0"/>
              </a:spcAft>
              <a:buClr>
                <a:schemeClr val="lt2"/>
              </a:buClr>
              <a:buSzPts val="1000"/>
              <a:buChar char="○"/>
              <a:defRPr sz="1000">
                <a:solidFill>
                  <a:schemeClr val="lt2"/>
                </a:solidFill>
              </a:defRPr>
            </a:lvl8pPr>
            <a:lvl9pPr indent="-292100" lvl="8" marL="4114800">
              <a:spcBef>
                <a:spcPts val="0"/>
              </a:spcBef>
              <a:spcAft>
                <a:spcPts val="0"/>
              </a:spcAft>
              <a:buClr>
                <a:schemeClr val="lt2"/>
              </a:buClr>
              <a:buSzPts val="1000"/>
              <a:buChar char="■"/>
              <a:defRPr sz="1000">
                <a:solidFill>
                  <a:schemeClr val="lt2"/>
                </a:solidFill>
              </a:defRPr>
            </a:lvl9pPr>
          </a:lstStyle>
          <a:p/>
        </p:txBody>
      </p:sp>
      <p:sp>
        <p:nvSpPr>
          <p:cNvPr id="211" name="Google Shape;211;p37"/>
          <p:cNvSpPr/>
          <p:nvPr/>
        </p:nvSpPr>
        <p:spPr>
          <a:xfrm>
            <a:off x="3187650" y="1322450"/>
            <a:ext cx="2768700" cy="15270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accent2"/>
              </a:solidFill>
              <a:latin typeface="Young Serif"/>
              <a:ea typeface="Young Serif"/>
              <a:cs typeface="Young Serif"/>
              <a:sym typeface="Young Serif"/>
            </a:endParaRPr>
          </a:p>
        </p:txBody>
      </p:sp>
      <p:sp>
        <p:nvSpPr>
          <p:cNvPr id="212" name="Google Shape;212;p37"/>
          <p:cNvSpPr/>
          <p:nvPr/>
        </p:nvSpPr>
        <p:spPr>
          <a:xfrm>
            <a:off x="6146700" y="1322450"/>
            <a:ext cx="2768700" cy="15270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accent2"/>
              </a:solidFill>
              <a:latin typeface="Young Serif"/>
              <a:ea typeface="Young Serif"/>
              <a:cs typeface="Young Serif"/>
              <a:sym typeface="Young Serif"/>
            </a:endParaRPr>
          </a:p>
        </p:txBody>
      </p:sp>
      <p:sp>
        <p:nvSpPr>
          <p:cNvPr id="213" name="Google Shape;213;p37"/>
          <p:cNvSpPr txBox="1"/>
          <p:nvPr>
            <p:ph idx="12" type="sldNum"/>
          </p:nvPr>
        </p:nvSpPr>
        <p:spPr>
          <a:xfrm>
            <a:off x="8595308" y="474989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hree columns and image 2">
  <p:cSld name="CUSTOM_2_1">
    <p:bg>
      <p:bgPr>
        <a:solidFill>
          <a:schemeClr val="lt1"/>
        </a:solidFill>
      </p:bgPr>
    </p:bg>
    <p:spTree>
      <p:nvGrpSpPr>
        <p:cNvPr id="214" name="Shape 214"/>
        <p:cNvGrpSpPr/>
        <p:nvPr/>
      </p:nvGrpSpPr>
      <p:grpSpPr>
        <a:xfrm>
          <a:off x="0" y="0"/>
          <a:ext cx="0" cy="0"/>
          <a:chOff x="0" y="0"/>
          <a:chExt cx="0" cy="0"/>
        </a:xfrm>
      </p:grpSpPr>
      <p:sp>
        <p:nvSpPr>
          <p:cNvPr id="215" name="Google Shape;215;p38"/>
          <p:cNvSpPr/>
          <p:nvPr/>
        </p:nvSpPr>
        <p:spPr>
          <a:xfrm>
            <a:off x="228475" y="228600"/>
            <a:ext cx="8686800" cy="8658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ubik"/>
              <a:ea typeface="Rubik"/>
              <a:cs typeface="Rubik"/>
              <a:sym typeface="Rubik"/>
            </a:endParaRPr>
          </a:p>
        </p:txBody>
      </p:sp>
      <p:sp>
        <p:nvSpPr>
          <p:cNvPr id="216" name="Google Shape;216;p38"/>
          <p:cNvSpPr txBox="1"/>
          <p:nvPr>
            <p:ph type="title"/>
          </p:nvPr>
        </p:nvSpPr>
        <p:spPr>
          <a:xfrm>
            <a:off x="635500" y="228600"/>
            <a:ext cx="7836900" cy="8658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2"/>
              </a:buClr>
              <a:buSzPts val="4000"/>
              <a:buNone/>
              <a:defRPr>
                <a:solidFill>
                  <a:schemeClr val="lt2"/>
                </a:solidFill>
              </a:defRPr>
            </a:lvl1pPr>
            <a:lvl2pPr lvl="1">
              <a:spcBef>
                <a:spcPts val="0"/>
              </a:spcBef>
              <a:spcAft>
                <a:spcPts val="0"/>
              </a:spcAft>
              <a:buClr>
                <a:schemeClr val="lt2"/>
              </a:buClr>
              <a:buSzPts val="4000"/>
              <a:buNone/>
              <a:defRPr>
                <a:solidFill>
                  <a:schemeClr val="lt2"/>
                </a:solidFill>
              </a:defRPr>
            </a:lvl2pPr>
            <a:lvl3pPr lvl="2">
              <a:spcBef>
                <a:spcPts val="0"/>
              </a:spcBef>
              <a:spcAft>
                <a:spcPts val="0"/>
              </a:spcAft>
              <a:buClr>
                <a:schemeClr val="lt2"/>
              </a:buClr>
              <a:buSzPts val="4000"/>
              <a:buNone/>
              <a:defRPr>
                <a:solidFill>
                  <a:schemeClr val="lt2"/>
                </a:solidFill>
              </a:defRPr>
            </a:lvl3pPr>
            <a:lvl4pPr lvl="3">
              <a:spcBef>
                <a:spcPts val="0"/>
              </a:spcBef>
              <a:spcAft>
                <a:spcPts val="0"/>
              </a:spcAft>
              <a:buClr>
                <a:schemeClr val="lt2"/>
              </a:buClr>
              <a:buSzPts val="4000"/>
              <a:buNone/>
              <a:defRPr>
                <a:solidFill>
                  <a:schemeClr val="lt2"/>
                </a:solidFill>
              </a:defRPr>
            </a:lvl4pPr>
            <a:lvl5pPr lvl="4">
              <a:spcBef>
                <a:spcPts val="0"/>
              </a:spcBef>
              <a:spcAft>
                <a:spcPts val="0"/>
              </a:spcAft>
              <a:buClr>
                <a:schemeClr val="lt2"/>
              </a:buClr>
              <a:buSzPts val="4000"/>
              <a:buNone/>
              <a:defRPr>
                <a:solidFill>
                  <a:schemeClr val="lt2"/>
                </a:solidFill>
              </a:defRPr>
            </a:lvl5pPr>
            <a:lvl6pPr lvl="5">
              <a:spcBef>
                <a:spcPts val="0"/>
              </a:spcBef>
              <a:spcAft>
                <a:spcPts val="0"/>
              </a:spcAft>
              <a:buClr>
                <a:schemeClr val="lt2"/>
              </a:buClr>
              <a:buSzPts val="4000"/>
              <a:buNone/>
              <a:defRPr>
                <a:solidFill>
                  <a:schemeClr val="lt2"/>
                </a:solidFill>
              </a:defRPr>
            </a:lvl6pPr>
            <a:lvl7pPr lvl="6">
              <a:spcBef>
                <a:spcPts val="0"/>
              </a:spcBef>
              <a:spcAft>
                <a:spcPts val="0"/>
              </a:spcAft>
              <a:buClr>
                <a:schemeClr val="lt2"/>
              </a:buClr>
              <a:buSzPts val="4000"/>
              <a:buNone/>
              <a:defRPr>
                <a:solidFill>
                  <a:schemeClr val="lt2"/>
                </a:solidFill>
              </a:defRPr>
            </a:lvl7pPr>
            <a:lvl8pPr lvl="7">
              <a:spcBef>
                <a:spcPts val="0"/>
              </a:spcBef>
              <a:spcAft>
                <a:spcPts val="0"/>
              </a:spcAft>
              <a:buClr>
                <a:schemeClr val="lt2"/>
              </a:buClr>
              <a:buSzPts val="4000"/>
              <a:buNone/>
              <a:defRPr>
                <a:solidFill>
                  <a:schemeClr val="lt2"/>
                </a:solidFill>
              </a:defRPr>
            </a:lvl8pPr>
            <a:lvl9pPr lvl="8">
              <a:spcBef>
                <a:spcPts val="0"/>
              </a:spcBef>
              <a:spcAft>
                <a:spcPts val="0"/>
              </a:spcAft>
              <a:buClr>
                <a:schemeClr val="lt2"/>
              </a:buClr>
              <a:buSzPts val="4000"/>
              <a:buNone/>
              <a:defRPr>
                <a:solidFill>
                  <a:schemeClr val="lt2"/>
                </a:solidFill>
              </a:defRPr>
            </a:lvl9pPr>
          </a:lstStyle>
          <a:p/>
        </p:txBody>
      </p:sp>
      <p:sp>
        <p:nvSpPr>
          <p:cNvPr id="217" name="Google Shape;217;p38"/>
          <p:cNvSpPr/>
          <p:nvPr>
            <p:ph idx="2" type="pic"/>
          </p:nvPr>
        </p:nvSpPr>
        <p:spPr>
          <a:xfrm>
            <a:off x="228600" y="3062975"/>
            <a:ext cx="8686800" cy="1851900"/>
          </a:xfrm>
          <a:prstGeom prst="rect">
            <a:avLst/>
          </a:prstGeom>
          <a:noFill/>
          <a:ln>
            <a:noFill/>
          </a:ln>
        </p:spPr>
      </p:sp>
      <p:sp>
        <p:nvSpPr>
          <p:cNvPr id="218" name="Google Shape;218;p38"/>
          <p:cNvSpPr/>
          <p:nvPr/>
        </p:nvSpPr>
        <p:spPr>
          <a:xfrm>
            <a:off x="6146700" y="1322450"/>
            <a:ext cx="2768700" cy="15270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accent2"/>
              </a:solidFill>
              <a:latin typeface="Young Serif"/>
              <a:ea typeface="Young Serif"/>
              <a:cs typeface="Young Serif"/>
              <a:sym typeface="Young Serif"/>
            </a:endParaRPr>
          </a:p>
        </p:txBody>
      </p:sp>
      <p:sp>
        <p:nvSpPr>
          <p:cNvPr id="219" name="Google Shape;219;p38"/>
          <p:cNvSpPr/>
          <p:nvPr/>
        </p:nvSpPr>
        <p:spPr>
          <a:xfrm>
            <a:off x="228600" y="1322476"/>
            <a:ext cx="2768700" cy="15270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accent2"/>
              </a:solidFill>
              <a:latin typeface="Young Serif"/>
              <a:ea typeface="Young Serif"/>
              <a:cs typeface="Young Serif"/>
              <a:sym typeface="Young Serif"/>
            </a:endParaRPr>
          </a:p>
        </p:txBody>
      </p:sp>
      <p:sp>
        <p:nvSpPr>
          <p:cNvPr id="220" name="Google Shape;220;p38"/>
          <p:cNvSpPr/>
          <p:nvPr/>
        </p:nvSpPr>
        <p:spPr>
          <a:xfrm>
            <a:off x="3187650" y="1322475"/>
            <a:ext cx="2768700" cy="45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Young Serif"/>
              <a:ea typeface="Young Serif"/>
              <a:cs typeface="Young Serif"/>
              <a:sym typeface="Young Serif"/>
            </a:endParaRPr>
          </a:p>
        </p:txBody>
      </p:sp>
      <p:sp>
        <p:nvSpPr>
          <p:cNvPr id="221" name="Google Shape;221;p38"/>
          <p:cNvSpPr txBox="1"/>
          <p:nvPr>
            <p:ph idx="1" type="subTitle"/>
          </p:nvPr>
        </p:nvSpPr>
        <p:spPr>
          <a:xfrm>
            <a:off x="3187650" y="1322450"/>
            <a:ext cx="2768700" cy="450900"/>
          </a:xfrm>
          <a:prstGeom prst="rect">
            <a:avLst/>
          </a:prstGeom>
        </p:spPr>
        <p:txBody>
          <a:bodyPr anchorCtr="0" anchor="ctr" bIns="91425" lIns="171450" spcFirstLastPara="1" rIns="91425" wrap="square" tIns="91425">
            <a:noAutofit/>
          </a:bodyPr>
          <a:lstStyle>
            <a:lvl1pPr lvl="0">
              <a:spcBef>
                <a:spcPts val="0"/>
              </a:spcBef>
              <a:spcAft>
                <a:spcPts val="0"/>
              </a:spcAft>
              <a:buClr>
                <a:schemeClr val="accent1"/>
              </a:buClr>
              <a:buSzPts val="1400"/>
              <a:buNone/>
              <a:defRPr sz="1400">
                <a:solidFill>
                  <a:schemeClr val="accent1"/>
                </a:solidFill>
              </a:defRPr>
            </a:lvl1pPr>
            <a:lvl2pPr lvl="1">
              <a:spcBef>
                <a:spcPts val="0"/>
              </a:spcBef>
              <a:spcAft>
                <a:spcPts val="0"/>
              </a:spcAft>
              <a:buClr>
                <a:schemeClr val="accent1"/>
              </a:buClr>
              <a:buSzPts val="1400"/>
              <a:buNone/>
              <a:defRPr sz="1400">
                <a:solidFill>
                  <a:schemeClr val="accent1"/>
                </a:solidFill>
              </a:defRPr>
            </a:lvl2pPr>
            <a:lvl3pPr lvl="2">
              <a:spcBef>
                <a:spcPts val="0"/>
              </a:spcBef>
              <a:spcAft>
                <a:spcPts val="0"/>
              </a:spcAft>
              <a:buClr>
                <a:schemeClr val="accent1"/>
              </a:buClr>
              <a:buSzPts val="1400"/>
              <a:buNone/>
              <a:defRPr sz="1400">
                <a:solidFill>
                  <a:schemeClr val="accent1"/>
                </a:solidFill>
              </a:defRPr>
            </a:lvl3pPr>
            <a:lvl4pPr lvl="3">
              <a:spcBef>
                <a:spcPts val="0"/>
              </a:spcBef>
              <a:spcAft>
                <a:spcPts val="0"/>
              </a:spcAft>
              <a:buClr>
                <a:schemeClr val="accent1"/>
              </a:buClr>
              <a:buSzPts val="1400"/>
              <a:buNone/>
              <a:defRPr sz="1400">
                <a:solidFill>
                  <a:schemeClr val="accent1"/>
                </a:solidFill>
              </a:defRPr>
            </a:lvl4pPr>
            <a:lvl5pPr lvl="4">
              <a:spcBef>
                <a:spcPts val="0"/>
              </a:spcBef>
              <a:spcAft>
                <a:spcPts val="0"/>
              </a:spcAft>
              <a:buClr>
                <a:schemeClr val="accent1"/>
              </a:buClr>
              <a:buSzPts val="1400"/>
              <a:buNone/>
              <a:defRPr sz="1400">
                <a:solidFill>
                  <a:schemeClr val="accent1"/>
                </a:solidFill>
              </a:defRPr>
            </a:lvl5pPr>
            <a:lvl6pPr lvl="5">
              <a:spcBef>
                <a:spcPts val="0"/>
              </a:spcBef>
              <a:spcAft>
                <a:spcPts val="0"/>
              </a:spcAft>
              <a:buClr>
                <a:schemeClr val="accent1"/>
              </a:buClr>
              <a:buSzPts val="1400"/>
              <a:buNone/>
              <a:defRPr sz="1400">
                <a:solidFill>
                  <a:schemeClr val="accent1"/>
                </a:solidFill>
              </a:defRPr>
            </a:lvl6pPr>
            <a:lvl7pPr lvl="6">
              <a:spcBef>
                <a:spcPts val="0"/>
              </a:spcBef>
              <a:spcAft>
                <a:spcPts val="0"/>
              </a:spcAft>
              <a:buClr>
                <a:schemeClr val="accent1"/>
              </a:buClr>
              <a:buSzPts val="1400"/>
              <a:buNone/>
              <a:defRPr sz="1400">
                <a:solidFill>
                  <a:schemeClr val="accent1"/>
                </a:solidFill>
              </a:defRPr>
            </a:lvl7pPr>
            <a:lvl8pPr lvl="7">
              <a:spcBef>
                <a:spcPts val="0"/>
              </a:spcBef>
              <a:spcAft>
                <a:spcPts val="0"/>
              </a:spcAft>
              <a:buClr>
                <a:schemeClr val="accent1"/>
              </a:buClr>
              <a:buSzPts val="1400"/>
              <a:buNone/>
              <a:defRPr sz="1400">
                <a:solidFill>
                  <a:schemeClr val="accent1"/>
                </a:solidFill>
              </a:defRPr>
            </a:lvl8pPr>
            <a:lvl9pPr lvl="8">
              <a:spcBef>
                <a:spcPts val="0"/>
              </a:spcBef>
              <a:spcAft>
                <a:spcPts val="0"/>
              </a:spcAft>
              <a:buClr>
                <a:schemeClr val="accent1"/>
              </a:buClr>
              <a:buSzPts val="1400"/>
              <a:buNone/>
              <a:defRPr sz="1400">
                <a:solidFill>
                  <a:schemeClr val="accent1"/>
                </a:solidFill>
              </a:defRPr>
            </a:lvl9pPr>
          </a:lstStyle>
          <a:p/>
        </p:txBody>
      </p:sp>
      <p:sp>
        <p:nvSpPr>
          <p:cNvPr id="222" name="Google Shape;222;p38"/>
          <p:cNvSpPr/>
          <p:nvPr/>
        </p:nvSpPr>
        <p:spPr>
          <a:xfrm>
            <a:off x="3187650" y="1756113"/>
            <a:ext cx="2768700" cy="10860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None/>
            </a:pPr>
            <a:r>
              <a:t/>
            </a:r>
            <a:endParaRPr sz="1000">
              <a:solidFill>
                <a:srgbClr val="FFFFFF"/>
              </a:solidFill>
              <a:latin typeface="Rubik"/>
              <a:ea typeface="Rubik"/>
              <a:cs typeface="Rubik"/>
              <a:sym typeface="Rubik"/>
            </a:endParaRPr>
          </a:p>
        </p:txBody>
      </p:sp>
      <p:sp>
        <p:nvSpPr>
          <p:cNvPr id="223" name="Google Shape;223;p38"/>
          <p:cNvSpPr txBox="1"/>
          <p:nvPr>
            <p:ph idx="3" type="body"/>
          </p:nvPr>
        </p:nvSpPr>
        <p:spPr>
          <a:xfrm>
            <a:off x="3187650" y="1809225"/>
            <a:ext cx="2768700" cy="979800"/>
          </a:xfrm>
          <a:prstGeom prst="rect">
            <a:avLst/>
          </a:prstGeom>
        </p:spPr>
        <p:txBody>
          <a:bodyPr anchorCtr="0" anchor="t" bIns="91425" lIns="114300" spcFirstLastPara="1" rIns="91425" wrap="square" tIns="91425">
            <a:normAutofit/>
          </a:bodyPr>
          <a:lstStyle>
            <a:lvl1pPr indent="-292100" lvl="0" marL="457200">
              <a:spcBef>
                <a:spcPts val="0"/>
              </a:spcBef>
              <a:spcAft>
                <a:spcPts val="0"/>
              </a:spcAft>
              <a:buClr>
                <a:schemeClr val="lt2"/>
              </a:buClr>
              <a:buSzPts val="1000"/>
              <a:buChar char="●"/>
              <a:defRPr sz="1000">
                <a:solidFill>
                  <a:schemeClr val="lt2"/>
                </a:solidFill>
              </a:defRPr>
            </a:lvl1pPr>
            <a:lvl2pPr indent="-292100" lvl="1" marL="914400">
              <a:spcBef>
                <a:spcPts val="0"/>
              </a:spcBef>
              <a:spcAft>
                <a:spcPts val="0"/>
              </a:spcAft>
              <a:buClr>
                <a:schemeClr val="lt2"/>
              </a:buClr>
              <a:buSzPts val="1000"/>
              <a:buChar char="○"/>
              <a:defRPr sz="1000">
                <a:solidFill>
                  <a:schemeClr val="lt2"/>
                </a:solidFill>
              </a:defRPr>
            </a:lvl2pPr>
            <a:lvl3pPr indent="-292100" lvl="2" marL="1371600">
              <a:spcBef>
                <a:spcPts val="0"/>
              </a:spcBef>
              <a:spcAft>
                <a:spcPts val="0"/>
              </a:spcAft>
              <a:buClr>
                <a:schemeClr val="lt2"/>
              </a:buClr>
              <a:buSzPts val="1000"/>
              <a:buChar char="■"/>
              <a:defRPr sz="1000">
                <a:solidFill>
                  <a:schemeClr val="lt2"/>
                </a:solidFill>
              </a:defRPr>
            </a:lvl3pPr>
            <a:lvl4pPr indent="-292100" lvl="3" marL="1828800">
              <a:spcBef>
                <a:spcPts val="0"/>
              </a:spcBef>
              <a:spcAft>
                <a:spcPts val="0"/>
              </a:spcAft>
              <a:buClr>
                <a:schemeClr val="lt2"/>
              </a:buClr>
              <a:buSzPts val="1000"/>
              <a:buChar char="●"/>
              <a:defRPr sz="1000">
                <a:solidFill>
                  <a:schemeClr val="lt2"/>
                </a:solidFill>
              </a:defRPr>
            </a:lvl4pPr>
            <a:lvl5pPr indent="-292100" lvl="4" marL="2286000">
              <a:spcBef>
                <a:spcPts val="0"/>
              </a:spcBef>
              <a:spcAft>
                <a:spcPts val="0"/>
              </a:spcAft>
              <a:buClr>
                <a:schemeClr val="lt2"/>
              </a:buClr>
              <a:buSzPts val="1000"/>
              <a:buChar char="○"/>
              <a:defRPr sz="1000">
                <a:solidFill>
                  <a:schemeClr val="lt2"/>
                </a:solidFill>
              </a:defRPr>
            </a:lvl5pPr>
            <a:lvl6pPr indent="-292100" lvl="5" marL="2743200">
              <a:spcBef>
                <a:spcPts val="0"/>
              </a:spcBef>
              <a:spcAft>
                <a:spcPts val="0"/>
              </a:spcAft>
              <a:buClr>
                <a:schemeClr val="lt2"/>
              </a:buClr>
              <a:buSzPts val="1000"/>
              <a:buChar char="■"/>
              <a:defRPr sz="1000">
                <a:solidFill>
                  <a:schemeClr val="lt2"/>
                </a:solidFill>
              </a:defRPr>
            </a:lvl6pPr>
            <a:lvl7pPr indent="-292100" lvl="6" marL="3200400">
              <a:spcBef>
                <a:spcPts val="0"/>
              </a:spcBef>
              <a:spcAft>
                <a:spcPts val="0"/>
              </a:spcAft>
              <a:buClr>
                <a:schemeClr val="lt2"/>
              </a:buClr>
              <a:buSzPts val="1000"/>
              <a:buChar char="●"/>
              <a:defRPr sz="1000">
                <a:solidFill>
                  <a:schemeClr val="lt2"/>
                </a:solidFill>
              </a:defRPr>
            </a:lvl7pPr>
            <a:lvl8pPr indent="-292100" lvl="7" marL="3657600">
              <a:spcBef>
                <a:spcPts val="0"/>
              </a:spcBef>
              <a:spcAft>
                <a:spcPts val="0"/>
              </a:spcAft>
              <a:buClr>
                <a:schemeClr val="lt2"/>
              </a:buClr>
              <a:buSzPts val="1000"/>
              <a:buChar char="○"/>
              <a:defRPr sz="1000">
                <a:solidFill>
                  <a:schemeClr val="lt2"/>
                </a:solidFill>
              </a:defRPr>
            </a:lvl8pPr>
            <a:lvl9pPr indent="-292100" lvl="8" marL="4114800">
              <a:spcBef>
                <a:spcPts val="0"/>
              </a:spcBef>
              <a:spcAft>
                <a:spcPts val="0"/>
              </a:spcAft>
              <a:buClr>
                <a:schemeClr val="lt2"/>
              </a:buClr>
              <a:buSzPts val="1000"/>
              <a:buChar char="■"/>
              <a:defRPr sz="1000">
                <a:solidFill>
                  <a:schemeClr val="lt2"/>
                </a:solidFill>
              </a:defRPr>
            </a:lvl9pPr>
          </a:lstStyle>
          <a:p/>
        </p:txBody>
      </p:sp>
      <p:sp>
        <p:nvSpPr>
          <p:cNvPr id="224" name="Google Shape;224;p38"/>
          <p:cNvSpPr txBox="1"/>
          <p:nvPr>
            <p:ph idx="12" type="sldNum"/>
          </p:nvPr>
        </p:nvSpPr>
        <p:spPr>
          <a:xfrm>
            <a:off x="8595308" y="474989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hree columns and image 3">
  <p:cSld name="CUSTOM_2_1_1">
    <p:bg>
      <p:bgPr>
        <a:solidFill>
          <a:schemeClr val="lt1"/>
        </a:solidFill>
      </p:bgPr>
    </p:bg>
    <p:spTree>
      <p:nvGrpSpPr>
        <p:cNvPr id="225" name="Shape 225"/>
        <p:cNvGrpSpPr/>
        <p:nvPr/>
      </p:nvGrpSpPr>
      <p:grpSpPr>
        <a:xfrm>
          <a:off x="0" y="0"/>
          <a:ext cx="0" cy="0"/>
          <a:chOff x="0" y="0"/>
          <a:chExt cx="0" cy="0"/>
        </a:xfrm>
      </p:grpSpPr>
      <p:sp>
        <p:nvSpPr>
          <p:cNvPr id="226" name="Google Shape;226;p39"/>
          <p:cNvSpPr/>
          <p:nvPr/>
        </p:nvSpPr>
        <p:spPr>
          <a:xfrm>
            <a:off x="228475" y="228600"/>
            <a:ext cx="8686800" cy="8658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ubik"/>
              <a:ea typeface="Rubik"/>
              <a:cs typeface="Rubik"/>
              <a:sym typeface="Rubik"/>
            </a:endParaRPr>
          </a:p>
        </p:txBody>
      </p:sp>
      <p:sp>
        <p:nvSpPr>
          <p:cNvPr id="227" name="Google Shape;227;p39"/>
          <p:cNvSpPr txBox="1"/>
          <p:nvPr>
            <p:ph type="title"/>
          </p:nvPr>
        </p:nvSpPr>
        <p:spPr>
          <a:xfrm>
            <a:off x="635500" y="228600"/>
            <a:ext cx="7836900" cy="8658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2"/>
              </a:buClr>
              <a:buSzPts val="4000"/>
              <a:buNone/>
              <a:defRPr>
                <a:solidFill>
                  <a:schemeClr val="lt2"/>
                </a:solidFill>
              </a:defRPr>
            </a:lvl1pPr>
            <a:lvl2pPr lvl="1">
              <a:spcBef>
                <a:spcPts val="0"/>
              </a:spcBef>
              <a:spcAft>
                <a:spcPts val="0"/>
              </a:spcAft>
              <a:buClr>
                <a:schemeClr val="lt2"/>
              </a:buClr>
              <a:buSzPts val="4000"/>
              <a:buNone/>
              <a:defRPr>
                <a:solidFill>
                  <a:schemeClr val="lt2"/>
                </a:solidFill>
              </a:defRPr>
            </a:lvl2pPr>
            <a:lvl3pPr lvl="2">
              <a:spcBef>
                <a:spcPts val="0"/>
              </a:spcBef>
              <a:spcAft>
                <a:spcPts val="0"/>
              </a:spcAft>
              <a:buClr>
                <a:schemeClr val="lt2"/>
              </a:buClr>
              <a:buSzPts val="4000"/>
              <a:buNone/>
              <a:defRPr>
                <a:solidFill>
                  <a:schemeClr val="lt2"/>
                </a:solidFill>
              </a:defRPr>
            </a:lvl3pPr>
            <a:lvl4pPr lvl="3">
              <a:spcBef>
                <a:spcPts val="0"/>
              </a:spcBef>
              <a:spcAft>
                <a:spcPts val="0"/>
              </a:spcAft>
              <a:buClr>
                <a:schemeClr val="lt2"/>
              </a:buClr>
              <a:buSzPts val="4000"/>
              <a:buNone/>
              <a:defRPr>
                <a:solidFill>
                  <a:schemeClr val="lt2"/>
                </a:solidFill>
              </a:defRPr>
            </a:lvl4pPr>
            <a:lvl5pPr lvl="4">
              <a:spcBef>
                <a:spcPts val="0"/>
              </a:spcBef>
              <a:spcAft>
                <a:spcPts val="0"/>
              </a:spcAft>
              <a:buClr>
                <a:schemeClr val="lt2"/>
              </a:buClr>
              <a:buSzPts val="4000"/>
              <a:buNone/>
              <a:defRPr>
                <a:solidFill>
                  <a:schemeClr val="lt2"/>
                </a:solidFill>
              </a:defRPr>
            </a:lvl5pPr>
            <a:lvl6pPr lvl="5">
              <a:spcBef>
                <a:spcPts val="0"/>
              </a:spcBef>
              <a:spcAft>
                <a:spcPts val="0"/>
              </a:spcAft>
              <a:buClr>
                <a:schemeClr val="lt2"/>
              </a:buClr>
              <a:buSzPts val="4000"/>
              <a:buNone/>
              <a:defRPr>
                <a:solidFill>
                  <a:schemeClr val="lt2"/>
                </a:solidFill>
              </a:defRPr>
            </a:lvl6pPr>
            <a:lvl7pPr lvl="6">
              <a:spcBef>
                <a:spcPts val="0"/>
              </a:spcBef>
              <a:spcAft>
                <a:spcPts val="0"/>
              </a:spcAft>
              <a:buClr>
                <a:schemeClr val="lt2"/>
              </a:buClr>
              <a:buSzPts val="4000"/>
              <a:buNone/>
              <a:defRPr>
                <a:solidFill>
                  <a:schemeClr val="lt2"/>
                </a:solidFill>
              </a:defRPr>
            </a:lvl7pPr>
            <a:lvl8pPr lvl="7">
              <a:spcBef>
                <a:spcPts val="0"/>
              </a:spcBef>
              <a:spcAft>
                <a:spcPts val="0"/>
              </a:spcAft>
              <a:buClr>
                <a:schemeClr val="lt2"/>
              </a:buClr>
              <a:buSzPts val="4000"/>
              <a:buNone/>
              <a:defRPr>
                <a:solidFill>
                  <a:schemeClr val="lt2"/>
                </a:solidFill>
              </a:defRPr>
            </a:lvl8pPr>
            <a:lvl9pPr lvl="8">
              <a:spcBef>
                <a:spcPts val="0"/>
              </a:spcBef>
              <a:spcAft>
                <a:spcPts val="0"/>
              </a:spcAft>
              <a:buClr>
                <a:schemeClr val="lt2"/>
              </a:buClr>
              <a:buSzPts val="4000"/>
              <a:buNone/>
              <a:defRPr>
                <a:solidFill>
                  <a:schemeClr val="lt2"/>
                </a:solidFill>
              </a:defRPr>
            </a:lvl9pPr>
          </a:lstStyle>
          <a:p/>
        </p:txBody>
      </p:sp>
      <p:sp>
        <p:nvSpPr>
          <p:cNvPr id="228" name="Google Shape;228;p39"/>
          <p:cNvSpPr/>
          <p:nvPr>
            <p:ph idx="2" type="pic"/>
          </p:nvPr>
        </p:nvSpPr>
        <p:spPr>
          <a:xfrm>
            <a:off x="228600" y="3062975"/>
            <a:ext cx="8686800" cy="1851900"/>
          </a:xfrm>
          <a:prstGeom prst="rect">
            <a:avLst/>
          </a:prstGeom>
          <a:noFill/>
          <a:ln>
            <a:noFill/>
          </a:ln>
        </p:spPr>
      </p:sp>
      <p:sp>
        <p:nvSpPr>
          <p:cNvPr id="229" name="Google Shape;229;p39"/>
          <p:cNvSpPr/>
          <p:nvPr/>
        </p:nvSpPr>
        <p:spPr>
          <a:xfrm>
            <a:off x="228600" y="1322476"/>
            <a:ext cx="2768700" cy="15270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accent2"/>
              </a:solidFill>
              <a:latin typeface="Young Serif"/>
              <a:ea typeface="Young Serif"/>
              <a:cs typeface="Young Serif"/>
              <a:sym typeface="Young Serif"/>
            </a:endParaRPr>
          </a:p>
        </p:txBody>
      </p:sp>
      <p:sp>
        <p:nvSpPr>
          <p:cNvPr id="230" name="Google Shape;230;p39"/>
          <p:cNvSpPr/>
          <p:nvPr/>
        </p:nvSpPr>
        <p:spPr>
          <a:xfrm>
            <a:off x="3187650" y="1322450"/>
            <a:ext cx="2768700" cy="15270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accent2"/>
              </a:solidFill>
              <a:latin typeface="Young Serif"/>
              <a:ea typeface="Young Serif"/>
              <a:cs typeface="Young Serif"/>
              <a:sym typeface="Young Serif"/>
            </a:endParaRPr>
          </a:p>
        </p:txBody>
      </p:sp>
      <p:sp>
        <p:nvSpPr>
          <p:cNvPr id="231" name="Google Shape;231;p39"/>
          <p:cNvSpPr/>
          <p:nvPr/>
        </p:nvSpPr>
        <p:spPr>
          <a:xfrm>
            <a:off x="6146700" y="1322475"/>
            <a:ext cx="2768700" cy="45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Young Serif"/>
              <a:ea typeface="Young Serif"/>
              <a:cs typeface="Young Serif"/>
              <a:sym typeface="Young Serif"/>
            </a:endParaRPr>
          </a:p>
        </p:txBody>
      </p:sp>
      <p:sp>
        <p:nvSpPr>
          <p:cNvPr id="232" name="Google Shape;232;p39"/>
          <p:cNvSpPr txBox="1"/>
          <p:nvPr>
            <p:ph idx="1" type="subTitle"/>
          </p:nvPr>
        </p:nvSpPr>
        <p:spPr>
          <a:xfrm>
            <a:off x="6146700" y="1322450"/>
            <a:ext cx="2768700" cy="450900"/>
          </a:xfrm>
          <a:prstGeom prst="rect">
            <a:avLst/>
          </a:prstGeom>
        </p:spPr>
        <p:txBody>
          <a:bodyPr anchorCtr="0" anchor="ctr" bIns="91425" lIns="171450" spcFirstLastPara="1" rIns="91425" wrap="square" tIns="91425">
            <a:noAutofit/>
          </a:bodyPr>
          <a:lstStyle>
            <a:lvl1pPr lvl="0">
              <a:spcBef>
                <a:spcPts val="0"/>
              </a:spcBef>
              <a:spcAft>
                <a:spcPts val="0"/>
              </a:spcAft>
              <a:buClr>
                <a:schemeClr val="accent1"/>
              </a:buClr>
              <a:buSzPts val="1400"/>
              <a:buNone/>
              <a:defRPr sz="1400">
                <a:solidFill>
                  <a:schemeClr val="accent1"/>
                </a:solidFill>
              </a:defRPr>
            </a:lvl1pPr>
            <a:lvl2pPr lvl="1">
              <a:spcBef>
                <a:spcPts val="0"/>
              </a:spcBef>
              <a:spcAft>
                <a:spcPts val="0"/>
              </a:spcAft>
              <a:buClr>
                <a:schemeClr val="accent1"/>
              </a:buClr>
              <a:buSzPts val="1400"/>
              <a:buNone/>
              <a:defRPr sz="1400">
                <a:solidFill>
                  <a:schemeClr val="accent1"/>
                </a:solidFill>
              </a:defRPr>
            </a:lvl2pPr>
            <a:lvl3pPr lvl="2">
              <a:spcBef>
                <a:spcPts val="0"/>
              </a:spcBef>
              <a:spcAft>
                <a:spcPts val="0"/>
              </a:spcAft>
              <a:buClr>
                <a:schemeClr val="accent1"/>
              </a:buClr>
              <a:buSzPts val="1400"/>
              <a:buNone/>
              <a:defRPr sz="1400">
                <a:solidFill>
                  <a:schemeClr val="accent1"/>
                </a:solidFill>
              </a:defRPr>
            </a:lvl3pPr>
            <a:lvl4pPr lvl="3">
              <a:spcBef>
                <a:spcPts val="0"/>
              </a:spcBef>
              <a:spcAft>
                <a:spcPts val="0"/>
              </a:spcAft>
              <a:buClr>
                <a:schemeClr val="accent1"/>
              </a:buClr>
              <a:buSzPts val="1400"/>
              <a:buNone/>
              <a:defRPr sz="1400">
                <a:solidFill>
                  <a:schemeClr val="accent1"/>
                </a:solidFill>
              </a:defRPr>
            </a:lvl4pPr>
            <a:lvl5pPr lvl="4">
              <a:spcBef>
                <a:spcPts val="0"/>
              </a:spcBef>
              <a:spcAft>
                <a:spcPts val="0"/>
              </a:spcAft>
              <a:buClr>
                <a:schemeClr val="accent1"/>
              </a:buClr>
              <a:buSzPts val="1400"/>
              <a:buNone/>
              <a:defRPr sz="1400">
                <a:solidFill>
                  <a:schemeClr val="accent1"/>
                </a:solidFill>
              </a:defRPr>
            </a:lvl5pPr>
            <a:lvl6pPr lvl="5">
              <a:spcBef>
                <a:spcPts val="0"/>
              </a:spcBef>
              <a:spcAft>
                <a:spcPts val="0"/>
              </a:spcAft>
              <a:buClr>
                <a:schemeClr val="accent1"/>
              </a:buClr>
              <a:buSzPts val="1400"/>
              <a:buNone/>
              <a:defRPr sz="1400">
                <a:solidFill>
                  <a:schemeClr val="accent1"/>
                </a:solidFill>
              </a:defRPr>
            </a:lvl6pPr>
            <a:lvl7pPr lvl="6">
              <a:spcBef>
                <a:spcPts val="0"/>
              </a:spcBef>
              <a:spcAft>
                <a:spcPts val="0"/>
              </a:spcAft>
              <a:buClr>
                <a:schemeClr val="accent1"/>
              </a:buClr>
              <a:buSzPts val="1400"/>
              <a:buNone/>
              <a:defRPr sz="1400">
                <a:solidFill>
                  <a:schemeClr val="accent1"/>
                </a:solidFill>
              </a:defRPr>
            </a:lvl7pPr>
            <a:lvl8pPr lvl="7">
              <a:spcBef>
                <a:spcPts val="0"/>
              </a:spcBef>
              <a:spcAft>
                <a:spcPts val="0"/>
              </a:spcAft>
              <a:buClr>
                <a:schemeClr val="accent1"/>
              </a:buClr>
              <a:buSzPts val="1400"/>
              <a:buNone/>
              <a:defRPr sz="1400">
                <a:solidFill>
                  <a:schemeClr val="accent1"/>
                </a:solidFill>
              </a:defRPr>
            </a:lvl8pPr>
            <a:lvl9pPr lvl="8">
              <a:spcBef>
                <a:spcPts val="0"/>
              </a:spcBef>
              <a:spcAft>
                <a:spcPts val="0"/>
              </a:spcAft>
              <a:buClr>
                <a:schemeClr val="accent1"/>
              </a:buClr>
              <a:buSzPts val="1400"/>
              <a:buNone/>
              <a:defRPr sz="1400">
                <a:solidFill>
                  <a:schemeClr val="accent1"/>
                </a:solidFill>
              </a:defRPr>
            </a:lvl9pPr>
          </a:lstStyle>
          <a:p/>
        </p:txBody>
      </p:sp>
      <p:sp>
        <p:nvSpPr>
          <p:cNvPr id="233" name="Google Shape;233;p39"/>
          <p:cNvSpPr/>
          <p:nvPr/>
        </p:nvSpPr>
        <p:spPr>
          <a:xfrm>
            <a:off x="6146700" y="1756113"/>
            <a:ext cx="2768700" cy="10860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None/>
            </a:pPr>
            <a:r>
              <a:t/>
            </a:r>
            <a:endParaRPr sz="1000">
              <a:solidFill>
                <a:srgbClr val="FFFFFF"/>
              </a:solidFill>
              <a:latin typeface="Rubik"/>
              <a:ea typeface="Rubik"/>
              <a:cs typeface="Rubik"/>
              <a:sym typeface="Rubik"/>
            </a:endParaRPr>
          </a:p>
        </p:txBody>
      </p:sp>
      <p:sp>
        <p:nvSpPr>
          <p:cNvPr id="234" name="Google Shape;234;p39"/>
          <p:cNvSpPr txBox="1"/>
          <p:nvPr>
            <p:ph idx="3" type="body"/>
          </p:nvPr>
        </p:nvSpPr>
        <p:spPr>
          <a:xfrm>
            <a:off x="6146700" y="1809225"/>
            <a:ext cx="2768700" cy="979800"/>
          </a:xfrm>
          <a:prstGeom prst="rect">
            <a:avLst/>
          </a:prstGeom>
        </p:spPr>
        <p:txBody>
          <a:bodyPr anchorCtr="0" anchor="t" bIns="91425" lIns="114300" spcFirstLastPara="1" rIns="91425" wrap="square" tIns="91425">
            <a:normAutofit/>
          </a:bodyPr>
          <a:lstStyle>
            <a:lvl1pPr indent="-292100" lvl="0" marL="457200">
              <a:spcBef>
                <a:spcPts val="0"/>
              </a:spcBef>
              <a:spcAft>
                <a:spcPts val="0"/>
              </a:spcAft>
              <a:buClr>
                <a:schemeClr val="lt2"/>
              </a:buClr>
              <a:buSzPts val="1000"/>
              <a:buChar char="●"/>
              <a:defRPr sz="1000">
                <a:solidFill>
                  <a:schemeClr val="lt2"/>
                </a:solidFill>
              </a:defRPr>
            </a:lvl1pPr>
            <a:lvl2pPr indent="-292100" lvl="1" marL="914400">
              <a:spcBef>
                <a:spcPts val="0"/>
              </a:spcBef>
              <a:spcAft>
                <a:spcPts val="0"/>
              </a:spcAft>
              <a:buClr>
                <a:schemeClr val="lt2"/>
              </a:buClr>
              <a:buSzPts val="1000"/>
              <a:buChar char="○"/>
              <a:defRPr sz="1000">
                <a:solidFill>
                  <a:schemeClr val="lt2"/>
                </a:solidFill>
              </a:defRPr>
            </a:lvl2pPr>
            <a:lvl3pPr indent="-292100" lvl="2" marL="1371600">
              <a:spcBef>
                <a:spcPts val="0"/>
              </a:spcBef>
              <a:spcAft>
                <a:spcPts val="0"/>
              </a:spcAft>
              <a:buClr>
                <a:schemeClr val="lt2"/>
              </a:buClr>
              <a:buSzPts val="1000"/>
              <a:buChar char="■"/>
              <a:defRPr sz="1000">
                <a:solidFill>
                  <a:schemeClr val="lt2"/>
                </a:solidFill>
              </a:defRPr>
            </a:lvl3pPr>
            <a:lvl4pPr indent="-292100" lvl="3" marL="1828800">
              <a:spcBef>
                <a:spcPts val="0"/>
              </a:spcBef>
              <a:spcAft>
                <a:spcPts val="0"/>
              </a:spcAft>
              <a:buClr>
                <a:schemeClr val="lt2"/>
              </a:buClr>
              <a:buSzPts val="1000"/>
              <a:buChar char="●"/>
              <a:defRPr sz="1000">
                <a:solidFill>
                  <a:schemeClr val="lt2"/>
                </a:solidFill>
              </a:defRPr>
            </a:lvl4pPr>
            <a:lvl5pPr indent="-292100" lvl="4" marL="2286000">
              <a:spcBef>
                <a:spcPts val="0"/>
              </a:spcBef>
              <a:spcAft>
                <a:spcPts val="0"/>
              </a:spcAft>
              <a:buClr>
                <a:schemeClr val="lt2"/>
              </a:buClr>
              <a:buSzPts val="1000"/>
              <a:buChar char="○"/>
              <a:defRPr sz="1000">
                <a:solidFill>
                  <a:schemeClr val="lt2"/>
                </a:solidFill>
              </a:defRPr>
            </a:lvl5pPr>
            <a:lvl6pPr indent="-292100" lvl="5" marL="2743200">
              <a:spcBef>
                <a:spcPts val="0"/>
              </a:spcBef>
              <a:spcAft>
                <a:spcPts val="0"/>
              </a:spcAft>
              <a:buClr>
                <a:schemeClr val="lt2"/>
              </a:buClr>
              <a:buSzPts val="1000"/>
              <a:buChar char="■"/>
              <a:defRPr sz="1000">
                <a:solidFill>
                  <a:schemeClr val="lt2"/>
                </a:solidFill>
              </a:defRPr>
            </a:lvl6pPr>
            <a:lvl7pPr indent="-292100" lvl="6" marL="3200400">
              <a:spcBef>
                <a:spcPts val="0"/>
              </a:spcBef>
              <a:spcAft>
                <a:spcPts val="0"/>
              </a:spcAft>
              <a:buClr>
                <a:schemeClr val="lt2"/>
              </a:buClr>
              <a:buSzPts val="1000"/>
              <a:buChar char="●"/>
              <a:defRPr sz="1000">
                <a:solidFill>
                  <a:schemeClr val="lt2"/>
                </a:solidFill>
              </a:defRPr>
            </a:lvl7pPr>
            <a:lvl8pPr indent="-292100" lvl="7" marL="3657600">
              <a:spcBef>
                <a:spcPts val="0"/>
              </a:spcBef>
              <a:spcAft>
                <a:spcPts val="0"/>
              </a:spcAft>
              <a:buClr>
                <a:schemeClr val="lt2"/>
              </a:buClr>
              <a:buSzPts val="1000"/>
              <a:buChar char="○"/>
              <a:defRPr sz="1000">
                <a:solidFill>
                  <a:schemeClr val="lt2"/>
                </a:solidFill>
              </a:defRPr>
            </a:lvl8pPr>
            <a:lvl9pPr indent="-292100" lvl="8" marL="4114800">
              <a:spcBef>
                <a:spcPts val="0"/>
              </a:spcBef>
              <a:spcAft>
                <a:spcPts val="0"/>
              </a:spcAft>
              <a:buClr>
                <a:schemeClr val="lt2"/>
              </a:buClr>
              <a:buSzPts val="1000"/>
              <a:buChar char="■"/>
              <a:defRPr sz="1000">
                <a:solidFill>
                  <a:schemeClr val="lt2"/>
                </a:solidFill>
              </a:defRPr>
            </a:lvl9pPr>
          </a:lstStyle>
          <a:p/>
        </p:txBody>
      </p:sp>
      <p:sp>
        <p:nvSpPr>
          <p:cNvPr id="235" name="Google Shape;235;p39"/>
          <p:cNvSpPr txBox="1"/>
          <p:nvPr>
            <p:ph idx="12" type="sldNum"/>
          </p:nvPr>
        </p:nvSpPr>
        <p:spPr>
          <a:xfrm>
            <a:off x="8595308" y="474989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hree columns and image 4">
  <p:cSld name="CUSTOM_2_1_1_1">
    <p:bg>
      <p:bgPr>
        <a:solidFill>
          <a:schemeClr val="lt1"/>
        </a:solidFill>
      </p:bgPr>
    </p:bg>
    <p:spTree>
      <p:nvGrpSpPr>
        <p:cNvPr id="236" name="Shape 236"/>
        <p:cNvGrpSpPr/>
        <p:nvPr/>
      </p:nvGrpSpPr>
      <p:grpSpPr>
        <a:xfrm>
          <a:off x="0" y="0"/>
          <a:ext cx="0" cy="0"/>
          <a:chOff x="0" y="0"/>
          <a:chExt cx="0" cy="0"/>
        </a:xfrm>
      </p:grpSpPr>
      <p:sp>
        <p:nvSpPr>
          <p:cNvPr id="237" name="Google Shape;237;p40"/>
          <p:cNvSpPr/>
          <p:nvPr/>
        </p:nvSpPr>
        <p:spPr>
          <a:xfrm>
            <a:off x="228475" y="228600"/>
            <a:ext cx="8686800" cy="8658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ubik"/>
              <a:ea typeface="Rubik"/>
              <a:cs typeface="Rubik"/>
              <a:sym typeface="Rubik"/>
            </a:endParaRPr>
          </a:p>
        </p:txBody>
      </p:sp>
      <p:sp>
        <p:nvSpPr>
          <p:cNvPr id="238" name="Google Shape;238;p40"/>
          <p:cNvSpPr txBox="1"/>
          <p:nvPr>
            <p:ph type="title"/>
          </p:nvPr>
        </p:nvSpPr>
        <p:spPr>
          <a:xfrm>
            <a:off x="635500" y="228600"/>
            <a:ext cx="7836900" cy="8658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2"/>
              </a:buClr>
              <a:buSzPts val="4000"/>
              <a:buNone/>
              <a:defRPr>
                <a:solidFill>
                  <a:schemeClr val="lt2"/>
                </a:solidFill>
              </a:defRPr>
            </a:lvl1pPr>
            <a:lvl2pPr lvl="1">
              <a:spcBef>
                <a:spcPts val="0"/>
              </a:spcBef>
              <a:spcAft>
                <a:spcPts val="0"/>
              </a:spcAft>
              <a:buClr>
                <a:schemeClr val="lt2"/>
              </a:buClr>
              <a:buSzPts val="4000"/>
              <a:buNone/>
              <a:defRPr>
                <a:solidFill>
                  <a:schemeClr val="lt2"/>
                </a:solidFill>
              </a:defRPr>
            </a:lvl2pPr>
            <a:lvl3pPr lvl="2">
              <a:spcBef>
                <a:spcPts val="0"/>
              </a:spcBef>
              <a:spcAft>
                <a:spcPts val="0"/>
              </a:spcAft>
              <a:buClr>
                <a:schemeClr val="lt2"/>
              </a:buClr>
              <a:buSzPts val="4000"/>
              <a:buNone/>
              <a:defRPr>
                <a:solidFill>
                  <a:schemeClr val="lt2"/>
                </a:solidFill>
              </a:defRPr>
            </a:lvl3pPr>
            <a:lvl4pPr lvl="3">
              <a:spcBef>
                <a:spcPts val="0"/>
              </a:spcBef>
              <a:spcAft>
                <a:spcPts val="0"/>
              </a:spcAft>
              <a:buClr>
                <a:schemeClr val="lt2"/>
              </a:buClr>
              <a:buSzPts val="4000"/>
              <a:buNone/>
              <a:defRPr>
                <a:solidFill>
                  <a:schemeClr val="lt2"/>
                </a:solidFill>
              </a:defRPr>
            </a:lvl4pPr>
            <a:lvl5pPr lvl="4">
              <a:spcBef>
                <a:spcPts val="0"/>
              </a:spcBef>
              <a:spcAft>
                <a:spcPts val="0"/>
              </a:spcAft>
              <a:buClr>
                <a:schemeClr val="lt2"/>
              </a:buClr>
              <a:buSzPts val="4000"/>
              <a:buNone/>
              <a:defRPr>
                <a:solidFill>
                  <a:schemeClr val="lt2"/>
                </a:solidFill>
              </a:defRPr>
            </a:lvl5pPr>
            <a:lvl6pPr lvl="5">
              <a:spcBef>
                <a:spcPts val="0"/>
              </a:spcBef>
              <a:spcAft>
                <a:spcPts val="0"/>
              </a:spcAft>
              <a:buClr>
                <a:schemeClr val="lt2"/>
              </a:buClr>
              <a:buSzPts val="4000"/>
              <a:buNone/>
              <a:defRPr>
                <a:solidFill>
                  <a:schemeClr val="lt2"/>
                </a:solidFill>
              </a:defRPr>
            </a:lvl6pPr>
            <a:lvl7pPr lvl="6">
              <a:spcBef>
                <a:spcPts val="0"/>
              </a:spcBef>
              <a:spcAft>
                <a:spcPts val="0"/>
              </a:spcAft>
              <a:buClr>
                <a:schemeClr val="lt2"/>
              </a:buClr>
              <a:buSzPts val="4000"/>
              <a:buNone/>
              <a:defRPr>
                <a:solidFill>
                  <a:schemeClr val="lt2"/>
                </a:solidFill>
              </a:defRPr>
            </a:lvl7pPr>
            <a:lvl8pPr lvl="7">
              <a:spcBef>
                <a:spcPts val="0"/>
              </a:spcBef>
              <a:spcAft>
                <a:spcPts val="0"/>
              </a:spcAft>
              <a:buClr>
                <a:schemeClr val="lt2"/>
              </a:buClr>
              <a:buSzPts val="4000"/>
              <a:buNone/>
              <a:defRPr>
                <a:solidFill>
                  <a:schemeClr val="lt2"/>
                </a:solidFill>
              </a:defRPr>
            </a:lvl8pPr>
            <a:lvl9pPr lvl="8">
              <a:spcBef>
                <a:spcPts val="0"/>
              </a:spcBef>
              <a:spcAft>
                <a:spcPts val="0"/>
              </a:spcAft>
              <a:buClr>
                <a:schemeClr val="lt2"/>
              </a:buClr>
              <a:buSzPts val="4000"/>
              <a:buNone/>
              <a:defRPr>
                <a:solidFill>
                  <a:schemeClr val="lt2"/>
                </a:solidFill>
              </a:defRPr>
            </a:lvl9pPr>
          </a:lstStyle>
          <a:p/>
        </p:txBody>
      </p:sp>
      <p:sp>
        <p:nvSpPr>
          <p:cNvPr id="239" name="Google Shape;239;p40"/>
          <p:cNvSpPr/>
          <p:nvPr>
            <p:ph idx="2" type="pic"/>
          </p:nvPr>
        </p:nvSpPr>
        <p:spPr>
          <a:xfrm>
            <a:off x="228600" y="3062975"/>
            <a:ext cx="8686800" cy="1851900"/>
          </a:xfrm>
          <a:prstGeom prst="rect">
            <a:avLst/>
          </a:prstGeom>
          <a:noFill/>
          <a:ln>
            <a:noFill/>
          </a:ln>
        </p:spPr>
      </p:sp>
      <p:sp>
        <p:nvSpPr>
          <p:cNvPr id="240" name="Google Shape;240;p40"/>
          <p:cNvSpPr txBox="1"/>
          <p:nvPr>
            <p:ph idx="12" type="sldNum"/>
          </p:nvPr>
        </p:nvSpPr>
        <p:spPr>
          <a:xfrm>
            <a:off x="8595308" y="474989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
        <p:nvSpPr>
          <p:cNvPr id="241" name="Google Shape;241;p40"/>
          <p:cNvSpPr/>
          <p:nvPr/>
        </p:nvSpPr>
        <p:spPr>
          <a:xfrm>
            <a:off x="228600" y="1322475"/>
            <a:ext cx="2768700" cy="45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Young Serif"/>
              <a:ea typeface="Young Serif"/>
              <a:cs typeface="Young Serif"/>
              <a:sym typeface="Young Serif"/>
            </a:endParaRPr>
          </a:p>
        </p:txBody>
      </p:sp>
      <p:sp>
        <p:nvSpPr>
          <p:cNvPr id="242" name="Google Shape;242;p40"/>
          <p:cNvSpPr txBox="1"/>
          <p:nvPr>
            <p:ph idx="1" type="subTitle"/>
          </p:nvPr>
        </p:nvSpPr>
        <p:spPr>
          <a:xfrm>
            <a:off x="228600" y="1322450"/>
            <a:ext cx="2768700" cy="450900"/>
          </a:xfrm>
          <a:prstGeom prst="rect">
            <a:avLst/>
          </a:prstGeom>
        </p:spPr>
        <p:txBody>
          <a:bodyPr anchorCtr="0" anchor="ctr" bIns="91425" lIns="171450" spcFirstLastPara="1" rIns="91425" wrap="square" tIns="91425">
            <a:noAutofit/>
          </a:bodyPr>
          <a:lstStyle>
            <a:lvl1pPr lvl="0">
              <a:spcBef>
                <a:spcPts val="0"/>
              </a:spcBef>
              <a:spcAft>
                <a:spcPts val="0"/>
              </a:spcAft>
              <a:buClr>
                <a:schemeClr val="accent1"/>
              </a:buClr>
              <a:buSzPts val="1400"/>
              <a:buNone/>
              <a:defRPr sz="1400">
                <a:solidFill>
                  <a:schemeClr val="accent1"/>
                </a:solidFill>
              </a:defRPr>
            </a:lvl1pPr>
            <a:lvl2pPr lvl="1">
              <a:spcBef>
                <a:spcPts val="0"/>
              </a:spcBef>
              <a:spcAft>
                <a:spcPts val="0"/>
              </a:spcAft>
              <a:buClr>
                <a:schemeClr val="accent1"/>
              </a:buClr>
              <a:buSzPts val="1400"/>
              <a:buNone/>
              <a:defRPr sz="1400">
                <a:solidFill>
                  <a:schemeClr val="accent1"/>
                </a:solidFill>
              </a:defRPr>
            </a:lvl2pPr>
            <a:lvl3pPr lvl="2">
              <a:spcBef>
                <a:spcPts val="0"/>
              </a:spcBef>
              <a:spcAft>
                <a:spcPts val="0"/>
              </a:spcAft>
              <a:buClr>
                <a:schemeClr val="accent1"/>
              </a:buClr>
              <a:buSzPts val="1400"/>
              <a:buNone/>
              <a:defRPr sz="1400">
                <a:solidFill>
                  <a:schemeClr val="accent1"/>
                </a:solidFill>
              </a:defRPr>
            </a:lvl3pPr>
            <a:lvl4pPr lvl="3">
              <a:spcBef>
                <a:spcPts val="0"/>
              </a:spcBef>
              <a:spcAft>
                <a:spcPts val="0"/>
              </a:spcAft>
              <a:buClr>
                <a:schemeClr val="accent1"/>
              </a:buClr>
              <a:buSzPts val="1400"/>
              <a:buNone/>
              <a:defRPr sz="1400">
                <a:solidFill>
                  <a:schemeClr val="accent1"/>
                </a:solidFill>
              </a:defRPr>
            </a:lvl4pPr>
            <a:lvl5pPr lvl="4">
              <a:spcBef>
                <a:spcPts val="0"/>
              </a:spcBef>
              <a:spcAft>
                <a:spcPts val="0"/>
              </a:spcAft>
              <a:buClr>
                <a:schemeClr val="accent1"/>
              </a:buClr>
              <a:buSzPts val="1400"/>
              <a:buNone/>
              <a:defRPr sz="1400">
                <a:solidFill>
                  <a:schemeClr val="accent1"/>
                </a:solidFill>
              </a:defRPr>
            </a:lvl5pPr>
            <a:lvl6pPr lvl="5">
              <a:spcBef>
                <a:spcPts val="0"/>
              </a:spcBef>
              <a:spcAft>
                <a:spcPts val="0"/>
              </a:spcAft>
              <a:buClr>
                <a:schemeClr val="accent1"/>
              </a:buClr>
              <a:buSzPts val="1400"/>
              <a:buNone/>
              <a:defRPr sz="1400">
                <a:solidFill>
                  <a:schemeClr val="accent1"/>
                </a:solidFill>
              </a:defRPr>
            </a:lvl6pPr>
            <a:lvl7pPr lvl="6">
              <a:spcBef>
                <a:spcPts val="0"/>
              </a:spcBef>
              <a:spcAft>
                <a:spcPts val="0"/>
              </a:spcAft>
              <a:buClr>
                <a:schemeClr val="accent1"/>
              </a:buClr>
              <a:buSzPts val="1400"/>
              <a:buNone/>
              <a:defRPr sz="1400">
                <a:solidFill>
                  <a:schemeClr val="accent1"/>
                </a:solidFill>
              </a:defRPr>
            </a:lvl7pPr>
            <a:lvl8pPr lvl="7">
              <a:spcBef>
                <a:spcPts val="0"/>
              </a:spcBef>
              <a:spcAft>
                <a:spcPts val="0"/>
              </a:spcAft>
              <a:buClr>
                <a:schemeClr val="accent1"/>
              </a:buClr>
              <a:buSzPts val="1400"/>
              <a:buNone/>
              <a:defRPr sz="1400">
                <a:solidFill>
                  <a:schemeClr val="accent1"/>
                </a:solidFill>
              </a:defRPr>
            </a:lvl8pPr>
            <a:lvl9pPr lvl="8">
              <a:spcBef>
                <a:spcPts val="0"/>
              </a:spcBef>
              <a:spcAft>
                <a:spcPts val="0"/>
              </a:spcAft>
              <a:buClr>
                <a:schemeClr val="accent1"/>
              </a:buClr>
              <a:buSzPts val="1400"/>
              <a:buNone/>
              <a:defRPr sz="1400">
                <a:solidFill>
                  <a:schemeClr val="accent1"/>
                </a:solidFill>
              </a:defRPr>
            </a:lvl9pPr>
          </a:lstStyle>
          <a:p/>
        </p:txBody>
      </p:sp>
      <p:sp>
        <p:nvSpPr>
          <p:cNvPr id="243" name="Google Shape;243;p40"/>
          <p:cNvSpPr/>
          <p:nvPr/>
        </p:nvSpPr>
        <p:spPr>
          <a:xfrm>
            <a:off x="228600" y="1756113"/>
            <a:ext cx="2768700" cy="10860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None/>
            </a:pPr>
            <a:r>
              <a:t/>
            </a:r>
            <a:endParaRPr sz="1000">
              <a:solidFill>
                <a:srgbClr val="FFFFFF"/>
              </a:solidFill>
              <a:latin typeface="Rubik"/>
              <a:ea typeface="Rubik"/>
              <a:cs typeface="Rubik"/>
              <a:sym typeface="Rubik"/>
            </a:endParaRPr>
          </a:p>
        </p:txBody>
      </p:sp>
      <p:sp>
        <p:nvSpPr>
          <p:cNvPr id="244" name="Google Shape;244;p40"/>
          <p:cNvSpPr txBox="1"/>
          <p:nvPr>
            <p:ph idx="3" type="body"/>
          </p:nvPr>
        </p:nvSpPr>
        <p:spPr>
          <a:xfrm>
            <a:off x="228600" y="1809225"/>
            <a:ext cx="2768700" cy="979800"/>
          </a:xfrm>
          <a:prstGeom prst="rect">
            <a:avLst/>
          </a:prstGeom>
        </p:spPr>
        <p:txBody>
          <a:bodyPr anchorCtr="0" anchor="t" bIns="91425" lIns="114300" spcFirstLastPara="1" rIns="91425" wrap="square" tIns="91425">
            <a:normAutofit/>
          </a:bodyPr>
          <a:lstStyle>
            <a:lvl1pPr indent="-292100" lvl="0" marL="457200">
              <a:spcBef>
                <a:spcPts val="0"/>
              </a:spcBef>
              <a:spcAft>
                <a:spcPts val="0"/>
              </a:spcAft>
              <a:buClr>
                <a:schemeClr val="lt2"/>
              </a:buClr>
              <a:buSzPts val="1000"/>
              <a:buChar char="●"/>
              <a:defRPr sz="1000">
                <a:solidFill>
                  <a:schemeClr val="lt2"/>
                </a:solidFill>
              </a:defRPr>
            </a:lvl1pPr>
            <a:lvl2pPr indent="-292100" lvl="1" marL="914400">
              <a:spcBef>
                <a:spcPts val="0"/>
              </a:spcBef>
              <a:spcAft>
                <a:spcPts val="0"/>
              </a:spcAft>
              <a:buClr>
                <a:schemeClr val="lt2"/>
              </a:buClr>
              <a:buSzPts val="1000"/>
              <a:buChar char="○"/>
              <a:defRPr sz="1000">
                <a:solidFill>
                  <a:schemeClr val="lt2"/>
                </a:solidFill>
              </a:defRPr>
            </a:lvl2pPr>
            <a:lvl3pPr indent="-292100" lvl="2" marL="1371600">
              <a:spcBef>
                <a:spcPts val="0"/>
              </a:spcBef>
              <a:spcAft>
                <a:spcPts val="0"/>
              </a:spcAft>
              <a:buClr>
                <a:schemeClr val="lt2"/>
              </a:buClr>
              <a:buSzPts val="1000"/>
              <a:buChar char="■"/>
              <a:defRPr sz="1000">
                <a:solidFill>
                  <a:schemeClr val="lt2"/>
                </a:solidFill>
              </a:defRPr>
            </a:lvl3pPr>
            <a:lvl4pPr indent="-292100" lvl="3" marL="1828800">
              <a:spcBef>
                <a:spcPts val="0"/>
              </a:spcBef>
              <a:spcAft>
                <a:spcPts val="0"/>
              </a:spcAft>
              <a:buClr>
                <a:schemeClr val="lt2"/>
              </a:buClr>
              <a:buSzPts val="1000"/>
              <a:buChar char="●"/>
              <a:defRPr sz="1000">
                <a:solidFill>
                  <a:schemeClr val="lt2"/>
                </a:solidFill>
              </a:defRPr>
            </a:lvl4pPr>
            <a:lvl5pPr indent="-292100" lvl="4" marL="2286000">
              <a:spcBef>
                <a:spcPts val="0"/>
              </a:spcBef>
              <a:spcAft>
                <a:spcPts val="0"/>
              </a:spcAft>
              <a:buClr>
                <a:schemeClr val="lt2"/>
              </a:buClr>
              <a:buSzPts val="1000"/>
              <a:buChar char="○"/>
              <a:defRPr sz="1000">
                <a:solidFill>
                  <a:schemeClr val="lt2"/>
                </a:solidFill>
              </a:defRPr>
            </a:lvl5pPr>
            <a:lvl6pPr indent="-292100" lvl="5" marL="2743200">
              <a:spcBef>
                <a:spcPts val="0"/>
              </a:spcBef>
              <a:spcAft>
                <a:spcPts val="0"/>
              </a:spcAft>
              <a:buClr>
                <a:schemeClr val="lt2"/>
              </a:buClr>
              <a:buSzPts val="1000"/>
              <a:buChar char="■"/>
              <a:defRPr sz="1000">
                <a:solidFill>
                  <a:schemeClr val="lt2"/>
                </a:solidFill>
              </a:defRPr>
            </a:lvl6pPr>
            <a:lvl7pPr indent="-292100" lvl="6" marL="3200400">
              <a:spcBef>
                <a:spcPts val="0"/>
              </a:spcBef>
              <a:spcAft>
                <a:spcPts val="0"/>
              </a:spcAft>
              <a:buClr>
                <a:schemeClr val="lt2"/>
              </a:buClr>
              <a:buSzPts val="1000"/>
              <a:buChar char="●"/>
              <a:defRPr sz="1000">
                <a:solidFill>
                  <a:schemeClr val="lt2"/>
                </a:solidFill>
              </a:defRPr>
            </a:lvl7pPr>
            <a:lvl8pPr indent="-292100" lvl="7" marL="3657600">
              <a:spcBef>
                <a:spcPts val="0"/>
              </a:spcBef>
              <a:spcAft>
                <a:spcPts val="0"/>
              </a:spcAft>
              <a:buClr>
                <a:schemeClr val="lt2"/>
              </a:buClr>
              <a:buSzPts val="1000"/>
              <a:buChar char="○"/>
              <a:defRPr sz="1000">
                <a:solidFill>
                  <a:schemeClr val="lt2"/>
                </a:solidFill>
              </a:defRPr>
            </a:lvl8pPr>
            <a:lvl9pPr indent="-292100" lvl="8" marL="4114800">
              <a:spcBef>
                <a:spcPts val="0"/>
              </a:spcBef>
              <a:spcAft>
                <a:spcPts val="0"/>
              </a:spcAft>
              <a:buClr>
                <a:schemeClr val="lt2"/>
              </a:buClr>
              <a:buSzPts val="1000"/>
              <a:buChar char="■"/>
              <a:defRPr sz="1000">
                <a:solidFill>
                  <a:schemeClr val="lt2"/>
                </a:solidFill>
              </a:defRPr>
            </a:lvl9pPr>
          </a:lstStyle>
          <a:p/>
        </p:txBody>
      </p:sp>
      <p:sp>
        <p:nvSpPr>
          <p:cNvPr id="245" name="Google Shape;245;p40"/>
          <p:cNvSpPr/>
          <p:nvPr/>
        </p:nvSpPr>
        <p:spPr>
          <a:xfrm>
            <a:off x="3187650" y="1322475"/>
            <a:ext cx="2768700" cy="45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Young Serif"/>
              <a:ea typeface="Young Serif"/>
              <a:cs typeface="Young Serif"/>
              <a:sym typeface="Young Serif"/>
            </a:endParaRPr>
          </a:p>
        </p:txBody>
      </p:sp>
      <p:sp>
        <p:nvSpPr>
          <p:cNvPr id="246" name="Google Shape;246;p40"/>
          <p:cNvSpPr txBox="1"/>
          <p:nvPr>
            <p:ph idx="4" type="subTitle"/>
          </p:nvPr>
        </p:nvSpPr>
        <p:spPr>
          <a:xfrm>
            <a:off x="3187650" y="1322450"/>
            <a:ext cx="2768700" cy="450900"/>
          </a:xfrm>
          <a:prstGeom prst="rect">
            <a:avLst/>
          </a:prstGeom>
        </p:spPr>
        <p:txBody>
          <a:bodyPr anchorCtr="0" anchor="ctr" bIns="91425" lIns="171450" spcFirstLastPara="1" rIns="91425" wrap="square" tIns="91425">
            <a:noAutofit/>
          </a:bodyPr>
          <a:lstStyle>
            <a:lvl1pPr lvl="0">
              <a:spcBef>
                <a:spcPts val="0"/>
              </a:spcBef>
              <a:spcAft>
                <a:spcPts val="0"/>
              </a:spcAft>
              <a:buClr>
                <a:schemeClr val="accent1"/>
              </a:buClr>
              <a:buSzPts val="1400"/>
              <a:buNone/>
              <a:defRPr sz="1400">
                <a:solidFill>
                  <a:schemeClr val="accent1"/>
                </a:solidFill>
              </a:defRPr>
            </a:lvl1pPr>
            <a:lvl2pPr lvl="1">
              <a:spcBef>
                <a:spcPts val="0"/>
              </a:spcBef>
              <a:spcAft>
                <a:spcPts val="0"/>
              </a:spcAft>
              <a:buClr>
                <a:schemeClr val="accent1"/>
              </a:buClr>
              <a:buSzPts val="1400"/>
              <a:buNone/>
              <a:defRPr sz="1400">
                <a:solidFill>
                  <a:schemeClr val="accent1"/>
                </a:solidFill>
              </a:defRPr>
            </a:lvl2pPr>
            <a:lvl3pPr lvl="2">
              <a:spcBef>
                <a:spcPts val="0"/>
              </a:spcBef>
              <a:spcAft>
                <a:spcPts val="0"/>
              </a:spcAft>
              <a:buClr>
                <a:schemeClr val="accent1"/>
              </a:buClr>
              <a:buSzPts val="1400"/>
              <a:buNone/>
              <a:defRPr sz="1400">
                <a:solidFill>
                  <a:schemeClr val="accent1"/>
                </a:solidFill>
              </a:defRPr>
            </a:lvl3pPr>
            <a:lvl4pPr lvl="3">
              <a:spcBef>
                <a:spcPts val="0"/>
              </a:spcBef>
              <a:spcAft>
                <a:spcPts val="0"/>
              </a:spcAft>
              <a:buClr>
                <a:schemeClr val="accent1"/>
              </a:buClr>
              <a:buSzPts val="1400"/>
              <a:buNone/>
              <a:defRPr sz="1400">
                <a:solidFill>
                  <a:schemeClr val="accent1"/>
                </a:solidFill>
              </a:defRPr>
            </a:lvl4pPr>
            <a:lvl5pPr lvl="4">
              <a:spcBef>
                <a:spcPts val="0"/>
              </a:spcBef>
              <a:spcAft>
                <a:spcPts val="0"/>
              </a:spcAft>
              <a:buClr>
                <a:schemeClr val="accent1"/>
              </a:buClr>
              <a:buSzPts val="1400"/>
              <a:buNone/>
              <a:defRPr sz="1400">
                <a:solidFill>
                  <a:schemeClr val="accent1"/>
                </a:solidFill>
              </a:defRPr>
            </a:lvl5pPr>
            <a:lvl6pPr lvl="5">
              <a:spcBef>
                <a:spcPts val="0"/>
              </a:spcBef>
              <a:spcAft>
                <a:spcPts val="0"/>
              </a:spcAft>
              <a:buClr>
                <a:schemeClr val="accent1"/>
              </a:buClr>
              <a:buSzPts val="1400"/>
              <a:buNone/>
              <a:defRPr sz="1400">
                <a:solidFill>
                  <a:schemeClr val="accent1"/>
                </a:solidFill>
              </a:defRPr>
            </a:lvl6pPr>
            <a:lvl7pPr lvl="6">
              <a:spcBef>
                <a:spcPts val="0"/>
              </a:spcBef>
              <a:spcAft>
                <a:spcPts val="0"/>
              </a:spcAft>
              <a:buClr>
                <a:schemeClr val="accent1"/>
              </a:buClr>
              <a:buSzPts val="1400"/>
              <a:buNone/>
              <a:defRPr sz="1400">
                <a:solidFill>
                  <a:schemeClr val="accent1"/>
                </a:solidFill>
              </a:defRPr>
            </a:lvl7pPr>
            <a:lvl8pPr lvl="7">
              <a:spcBef>
                <a:spcPts val="0"/>
              </a:spcBef>
              <a:spcAft>
                <a:spcPts val="0"/>
              </a:spcAft>
              <a:buClr>
                <a:schemeClr val="accent1"/>
              </a:buClr>
              <a:buSzPts val="1400"/>
              <a:buNone/>
              <a:defRPr sz="1400">
                <a:solidFill>
                  <a:schemeClr val="accent1"/>
                </a:solidFill>
              </a:defRPr>
            </a:lvl8pPr>
            <a:lvl9pPr lvl="8">
              <a:spcBef>
                <a:spcPts val="0"/>
              </a:spcBef>
              <a:spcAft>
                <a:spcPts val="0"/>
              </a:spcAft>
              <a:buClr>
                <a:schemeClr val="accent1"/>
              </a:buClr>
              <a:buSzPts val="1400"/>
              <a:buNone/>
              <a:defRPr sz="1400">
                <a:solidFill>
                  <a:schemeClr val="accent1"/>
                </a:solidFill>
              </a:defRPr>
            </a:lvl9pPr>
          </a:lstStyle>
          <a:p/>
        </p:txBody>
      </p:sp>
      <p:sp>
        <p:nvSpPr>
          <p:cNvPr id="247" name="Google Shape;247;p40"/>
          <p:cNvSpPr/>
          <p:nvPr/>
        </p:nvSpPr>
        <p:spPr>
          <a:xfrm>
            <a:off x="3187650" y="1756113"/>
            <a:ext cx="2768700" cy="10860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None/>
            </a:pPr>
            <a:r>
              <a:t/>
            </a:r>
            <a:endParaRPr sz="1000">
              <a:solidFill>
                <a:srgbClr val="FFFFFF"/>
              </a:solidFill>
              <a:latin typeface="Rubik"/>
              <a:ea typeface="Rubik"/>
              <a:cs typeface="Rubik"/>
              <a:sym typeface="Rubik"/>
            </a:endParaRPr>
          </a:p>
        </p:txBody>
      </p:sp>
      <p:sp>
        <p:nvSpPr>
          <p:cNvPr id="248" name="Google Shape;248;p40"/>
          <p:cNvSpPr txBox="1"/>
          <p:nvPr>
            <p:ph idx="5" type="body"/>
          </p:nvPr>
        </p:nvSpPr>
        <p:spPr>
          <a:xfrm>
            <a:off x="3187650" y="1809225"/>
            <a:ext cx="2768700" cy="979800"/>
          </a:xfrm>
          <a:prstGeom prst="rect">
            <a:avLst/>
          </a:prstGeom>
        </p:spPr>
        <p:txBody>
          <a:bodyPr anchorCtr="0" anchor="t" bIns="91425" lIns="114300" spcFirstLastPara="1" rIns="91425" wrap="square" tIns="91425">
            <a:normAutofit/>
          </a:bodyPr>
          <a:lstStyle>
            <a:lvl1pPr indent="-292100" lvl="0" marL="457200">
              <a:spcBef>
                <a:spcPts val="0"/>
              </a:spcBef>
              <a:spcAft>
                <a:spcPts val="0"/>
              </a:spcAft>
              <a:buClr>
                <a:schemeClr val="lt2"/>
              </a:buClr>
              <a:buSzPts val="1000"/>
              <a:buChar char="●"/>
              <a:defRPr sz="1000">
                <a:solidFill>
                  <a:schemeClr val="lt2"/>
                </a:solidFill>
              </a:defRPr>
            </a:lvl1pPr>
            <a:lvl2pPr indent="-292100" lvl="1" marL="914400">
              <a:spcBef>
                <a:spcPts val="0"/>
              </a:spcBef>
              <a:spcAft>
                <a:spcPts val="0"/>
              </a:spcAft>
              <a:buClr>
                <a:schemeClr val="lt2"/>
              </a:buClr>
              <a:buSzPts val="1000"/>
              <a:buChar char="○"/>
              <a:defRPr sz="1000">
                <a:solidFill>
                  <a:schemeClr val="lt2"/>
                </a:solidFill>
              </a:defRPr>
            </a:lvl2pPr>
            <a:lvl3pPr indent="-292100" lvl="2" marL="1371600">
              <a:spcBef>
                <a:spcPts val="0"/>
              </a:spcBef>
              <a:spcAft>
                <a:spcPts val="0"/>
              </a:spcAft>
              <a:buClr>
                <a:schemeClr val="lt2"/>
              </a:buClr>
              <a:buSzPts val="1000"/>
              <a:buChar char="■"/>
              <a:defRPr sz="1000">
                <a:solidFill>
                  <a:schemeClr val="lt2"/>
                </a:solidFill>
              </a:defRPr>
            </a:lvl3pPr>
            <a:lvl4pPr indent="-292100" lvl="3" marL="1828800">
              <a:spcBef>
                <a:spcPts val="0"/>
              </a:spcBef>
              <a:spcAft>
                <a:spcPts val="0"/>
              </a:spcAft>
              <a:buClr>
                <a:schemeClr val="lt2"/>
              </a:buClr>
              <a:buSzPts val="1000"/>
              <a:buChar char="●"/>
              <a:defRPr sz="1000">
                <a:solidFill>
                  <a:schemeClr val="lt2"/>
                </a:solidFill>
              </a:defRPr>
            </a:lvl4pPr>
            <a:lvl5pPr indent="-292100" lvl="4" marL="2286000">
              <a:spcBef>
                <a:spcPts val="0"/>
              </a:spcBef>
              <a:spcAft>
                <a:spcPts val="0"/>
              </a:spcAft>
              <a:buClr>
                <a:schemeClr val="lt2"/>
              </a:buClr>
              <a:buSzPts val="1000"/>
              <a:buChar char="○"/>
              <a:defRPr sz="1000">
                <a:solidFill>
                  <a:schemeClr val="lt2"/>
                </a:solidFill>
              </a:defRPr>
            </a:lvl5pPr>
            <a:lvl6pPr indent="-292100" lvl="5" marL="2743200">
              <a:spcBef>
                <a:spcPts val="0"/>
              </a:spcBef>
              <a:spcAft>
                <a:spcPts val="0"/>
              </a:spcAft>
              <a:buClr>
                <a:schemeClr val="lt2"/>
              </a:buClr>
              <a:buSzPts val="1000"/>
              <a:buChar char="■"/>
              <a:defRPr sz="1000">
                <a:solidFill>
                  <a:schemeClr val="lt2"/>
                </a:solidFill>
              </a:defRPr>
            </a:lvl6pPr>
            <a:lvl7pPr indent="-292100" lvl="6" marL="3200400">
              <a:spcBef>
                <a:spcPts val="0"/>
              </a:spcBef>
              <a:spcAft>
                <a:spcPts val="0"/>
              </a:spcAft>
              <a:buClr>
                <a:schemeClr val="lt2"/>
              </a:buClr>
              <a:buSzPts val="1000"/>
              <a:buChar char="●"/>
              <a:defRPr sz="1000">
                <a:solidFill>
                  <a:schemeClr val="lt2"/>
                </a:solidFill>
              </a:defRPr>
            </a:lvl7pPr>
            <a:lvl8pPr indent="-292100" lvl="7" marL="3657600">
              <a:spcBef>
                <a:spcPts val="0"/>
              </a:spcBef>
              <a:spcAft>
                <a:spcPts val="0"/>
              </a:spcAft>
              <a:buClr>
                <a:schemeClr val="lt2"/>
              </a:buClr>
              <a:buSzPts val="1000"/>
              <a:buChar char="○"/>
              <a:defRPr sz="1000">
                <a:solidFill>
                  <a:schemeClr val="lt2"/>
                </a:solidFill>
              </a:defRPr>
            </a:lvl8pPr>
            <a:lvl9pPr indent="-292100" lvl="8" marL="4114800">
              <a:spcBef>
                <a:spcPts val="0"/>
              </a:spcBef>
              <a:spcAft>
                <a:spcPts val="0"/>
              </a:spcAft>
              <a:buClr>
                <a:schemeClr val="lt2"/>
              </a:buClr>
              <a:buSzPts val="1000"/>
              <a:buChar char="■"/>
              <a:defRPr sz="1000">
                <a:solidFill>
                  <a:schemeClr val="lt2"/>
                </a:solidFill>
              </a:defRPr>
            </a:lvl9pPr>
          </a:lstStyle>
          <a:p/>
        </p:txBody>
      </p:sp>
      <p:sp>
        <p:nvSpPr>
          <p:cNvPr id="249" name="Google Shape;249;p40"/>
          <p:cNvSpPr/>
          <p:nvPr/>
        </p:nvSpPr>
        <p:spPr>
          <a:xfrm>
            <a:off x="6146700" y="1322475"/>
            <a:ext cx="2768700" cy="45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Young Serif"/>
              <a:ea typeface="Young Serif"/>
              <a:cs typeface="Young Serif"/>
              <a:sym typeface="Young Serif"/>
            </a:endParaRPr>
          </a:p>
        </p:txBody>
      </p:sp>
      <p:sp>
        <p:nvSpPr>
          <p:cNvPr id="250" name="Google Shape;250;p40"/>
          <p:cNvSpPr txBox="1"/>
          <p:nvPr>
            <p:ph idx="6" type="subTitle"/>
          </p:nvPr>
        </p:nvSpPr>
        <p:spPr>
          <a:xfrm>
            <a:off x="6146700" y="1322450"/>
            <a:ext cx="2768700" cy="450900"/>
          </a:xfrm>
          <a:prstGeom prst="rect">
            <a:avLst/>
          </a:prstGeom>
        </p:spPr>
        <p:txBody>
          <a:bodyPr anchorCtr="0" anchor="ctr" bIns="91425" lIns="171450" spcFirstLastPara="1" rIns="91425" wrap="square" tIns="91425">
            <a:noAutofit/>
          </a:bodyPr>
          <a:lstStyle>
            <a:lvl1pPr lvl="0">
              <a:spcBef>
                <a:spcPts val="0"/>
              </a:spcBef>
              <a:spcAft>
                <a:spcPts val="0"/>
              </a:spcAft>
              <a:buClr>
                <a:schemeClr val="accent1"/>
              </a:buClr>
              <a:buSzPts val="1400"/>
              <a:buNone/>
              <a:defRPr sz="1400">
                <a:solidFill>
                  <a:schemeClr val="accent1"/>
                </a:solidFill>
              </a:defRPr>
            </a:lvl1pPr>
            <a:lvl2pPr lvl="1">
              <a:spcBef>
                <a:spcPts val="0"/>
              </a:spcBef>
              <a:spcAft>
                <a:spcPts val="0"/>
              </a:spcAft>
              <a:buClr>
                <a:schemeClr val="accent1"/>
              </a:buClr>
              <a:buSzPts val="1400"/>
              <a:buNone/>
              <a:defRPr sz="1400">
                <a:solidFill>
                  <a:schemeClr val="accent1"/>
                </a:solidFill>
              </a:defRPr>
            </a:lvl2pPr>
            <a:lvl3pPr lvl="2">
              <a:spcBef>
                <a:spcPts val="0"/>
              </a:spcBef>
              <a:spcAft>
                <a:spcPts val="0"/>
              </a:spcAft>
              <a:buClr>
                <a:schemeClr val="accent1"/>
              </a:buClr>
              <a:buSzPts val="1400"/>
              <a:buNone/>
              <a:defRPr sz="1400">
                <a:solidFill>
                  <a:schemeClr val="accent1"/>
                </a:solidFill>
              </a:defRPr>
            </a:lvl3pPr>
            <a:lvl4pPr lvl="3">
              <a:spcBef>
                <a:spcPts val="0"/>
              </a:spcBef>
              <a:spcAft>
                <a:spcPts val="0"/>
              </a:spcAft>
              <a:buClr>
                <a:schemeClr val="accent1"/>
              </a:buClr>
              <a:buSzPts val="1400"/>
              <a:buNone/>
              <a:defRPr sz="1400">
                <a:solidFill>
                  <a:schemeClr val="accent1"/>
                </a:solidFill>
              </a:defRPr>
            </a:lvl4pPr>
            <a:lvl5pPr lvl="4">
              <a:spcBef>
                <a:spcPts val="0"/>
              </a:spcBef>
              <a:spcAft>
                <a:spcPts val="0"/>
              </a:spcAft>
              <a:buClr>
                <a:schemeClr val="accent1"/>
              </a:buClr>
              <a:buSzPts val="1400"/>
              <a:buNone/>
              <a:defRPr sz="1400">
                <a:solidFill>
                  <a:schemeClr val="accent1"/>
                </a:solidFill>
              </a:defRPr>
            </a:lvl5pPr>
            <a:lvl6pPr lvl="5">
              <a:spcBef>
                <a:spcPts val="0"/>
              </a:spcBef>
              <a:spcAft>
                <a:spcPts val="0"/>
              </a:spcAft>
              <a:buClr>
                <a:schemeClr val="accent1"/>
              </a:buClr>
              <a:buSzPts val="1400"/>
              <a:buNone/>
              <a:defRPr sz="1400">
                <a:solidFill>
                  <a:schemeClr val="accent1"/>
                </a:solidFill>
              </a:defRPr>
            </a:lvl6pPr>
            <a:lvl7pPr lvl="6">
              <a:spcBef>
                <a:spcPts val="0"/>
              </a:spcBef>
              <a:spcAft>
                <a:spcPts val="0"/>
              </a:spcAft>
              <a:buClr>
                <a:schemeClr val="accent1"/>
              </a:buClr>
              <a:buSzPts val="1400"/>
              <a:buNone/>
              <a:defRPr sz="1400">
                <a:solidFill>
                  <a:schemeClr val="accent1"/>
                </a:solidFill>
              </a:defRPr>
            </a:lvl7pPr>
            <a:lvl8pPr lvl="7">
              <a:spcBef>
                <a:spcPts val="0"/>
              </a:spcBef>
              <a:spcAft>
                <a:spcPts val="0"/>
              </a:spcAft>
              <a:buClr>
                <a:schemeClr val="accent1"/>
              </a:buClr>
              <a:buSzPts val="1400"/>
              <a:buNone/>
              <a:defRPr sz="1400">
                <a:solidFill>
                  <a:schemeClr val="accent1"/>
                </a:solidFill>
              </a:defRPr>
            </a:lvl8pPr>
            <a:lvl9pPr lvl="8">
              <a:spcBef>
                <a:spcPts val="0"/>
              </a:spcBef>
              <a:spcAft>
                <a:spcPts val="0"/>
              </a:spcAft>
              <a:buClr>
                <a:schemeClr val="accent1"/>
              </a:buClr>
              <a:buSzPts val="1400"/>
              <a:buNone/>
              <a:defRPr sz="1400">
                <a:solidFill>
                  <a:schemeClr val="accent1"/>
                </a:solidFill>
              </a:defRPr>
            </a:lvl9pPr>
          </a:lstStyle>
          <a:p/>
        </p:txBody>
      </p:sp>
      <p:sp>
        <p:nvSpPr>
          <p:cNvPr id="251" name="Google Shape;251;p40"/>
          <p:cNvSpPr/>
          <p:nvPr/>
        </p:nvSpPr>
        <p:spPr>
          <a:xfrm>
            <a:off x="6146700" y="1756113"/>
            <a:ext cx="2768700" cy="10860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None/>
            </a:pPr>
            <a:r>
              <a:t/>
            </a:r>
            <a:endParaRPr sz="1000">
              <a:solidFill>
                <a:srgbClr val="FFFFFF"/>
              </a:solidFill>
              <a:latin typeface="Rubik"/>
              <a:ea typeface="Rubik"/>
              <a:cs typeface="Rubik"/>
              <a:sym typeface="Rubik"/>
            </a:endParaRPr>
          </a:p>
        </p:txBody>
      </p:sp>
      <p:sp>
        <p:nvSpPr>
          <p:cNvPr id="252" name="Google Shape;252;p40"/>
          <p:cNvSpPr txBox="1"/>
          <p:nvPr>
            <p:ph idx="7" type="body"/>
          </p:nvPr>
        </p:nvSpPr>
        <p:spPr>
          <a:xfrm>
            <a:off x="6146700" y="1809225"/>
            <a:ext cx="2768700" cy="979800"/>
          </a:xfrm>
          <a:prstGeom prst="rect">
            <a:avLst/>
          </a:prstGeom>
        </p:spPr>
        <p:txBody>
          <a:bodyPr anchorCtr="0" anchor="t" bIns="91425" lIns="114300" spcFirstLastPara="1" rIns="91425" wrap="square" tIns="91425">
            <a:normAutofit/>
          </a:bodyPr>
          <a:lstStyle>
            <a:lvl1pPr indent="-292100" lvl="0" marL="457200">
              <a:spcBef>
                <a:spcPts val="0"/>
              </a:spcBef>
              <a:spcAft>
                <a:spcPts val="0"/>
              </a:spcAft>
              <a:buClr>
                <a:schemeClr val="lt2"/>
              </a:buClr>
              <a:buSzPts val="1000"/>
              <a:buChar char="●"/>
              <a:defRPr sz="1000">
                <a:solidFill>
                  <a:schemeClr val="lt2"/>
                </a:solidFill>
              </a:defRPr>
            </a:lvl1pPr>
            <a:lvl2pPr indent="-292100" lvl="1" marL="914400">
              <a:spcBef>
                <a:spcPts val="0"/>
              </a:spcBef>
              <a:spcAft>
                <a:spcPts val="0"/>
              </a:spcAft>
              <a:buClr>
                <a:schemeClr val="lt2"/>
              </a:buClr>
              <a:buSzPts val="1000"/>
              <a:buChar char="○"/>
              <a:defRPr sz="1000">
                <a:solidFill>
                  <a:schemeClr val="lt2"/>
                </a:solidFill>
              </a:defRPr>
            </a:lvl2pPr>
            <a:lvl3pPr indent="-292100" lvl="2" marL="1371600">
              <a:spcBef>
                <a:spcPts val="0"/>
              </a:spcBef>
              <a:spcAft>
                <a:spcPts val="0"/>
              </a:spcAft>
              <a:buClr>
                <a:schemeClr val="lt2"/>
              </a:buClr>
              <a:buSzPts val="1000"/>
              <a:buChar char="■"/>
              <a:defRPr sz="1000">
                <a:solidFill>
                  <a:schemeClr val="lt2"/>
                </a:solidFill>
              </a:defRPr>
            </a:lvl3pPr>
            <a:lvl4pPr indent="-292100" lvl="3" marL="1828800">
              <a:spcBef>
                <a:spcPts val="0"/>
              </a:spcBef>
              <a:spcAft>
                <a:spcPts val="0"/>
              </a:spcAft>
              <a:buClr>
                <a:schemeClr val="lt2"/>
              </a:buClr>
              <a:buSzPts val="1000"/>
              <a:buChar char="●"/>
              <a:defRPr sz="1000">
                <a:solidFill>
                  <a:schemeClr val="lt2"/>
                </a:solidFill>
              </a:defRPr>
            </a:lvl4pPr>
            <a:lvl5pPr indent="-292100" lvl="4" marL="2286000">
              <a:spcBef>
                <a:spcPts val="0"/>
              </a:spcBef>
              <a:spcAft>
                <a:spcPts val="0"/>
              </a:spcAft>
              <a:buClr>
                <a:schemeClr val="lt2"/>
              </a:buClr>
              <a:buSzPts val="1000"/>
              <a:buChar char="○"/>
              <a:defRPr sz="1000">
                <a:solidFill>
                  <a:schemeClr val="lt2"/>
                </a:solidFill>
              </a:defRPr>
            </a:lvl5pPr>
            <a:lvl6pPr indent="-292100" lvl="5" marL="2743200">
              <a:spcBef>
                <a:spcPts val="0"/>
              </a:spcBef>
              <a:spcAft>
                <a:spcPts val="0"/>
              </a:spcAft>
              <a:buClr>
                <a:schemeClr val="lt2"/>
              </a:buClr>
              <a:buSzPts val="1000"/>
              <a:buChar char="■"/>
              <a:defRPr sz="1000">
                <a:solidFill>
                  <a:schemeClr val="lt2"/>
                </a:solidFill>
              </a:defRPr>
            </a:lvl6pPr>
            <a:lvl7pPr indent="-292100" lvl="6" marL="3200400">
              <a:spcBef>
                <a:spcPts val="0"/>
              </a:spcBef>
              <a:spcAft>
                <a:spcPts val="0"/>
              </a:spcAft>
              <a:buClr>
                <a:schemeClr val="lt2"/>
              </a:buClr>
              <a:buSzPts val="1000"/>
              <a:buChar char="●"/>
              <a:defRPr sz="1000">
                <a:solidFill>
                  <a:schemeClr val="lt2"/>
                </a:solidFill>
              </a:defRPr>
            </a:lvl7pPr>
            <a:lvl8pPr indent="-292100" lvl="7" marL="3657600">
              <a:spcBef>
                <a:spcPts val="0"/>
              </a:spcBef>
              <a:spcAft>
                <a:spcPts val="0"/>
              </a:spcAft>
              <a:buClr>
                <a:schemeClr val="lt2"/>
              </a:buClr>
              <a:buSzPts val="1000"/>
              <a:buChar char="○"/>
              <a:defRPr sz="1000">
                <a:solidFill>
                  <a:schemeClr val="lt2"/>
                </a:solidFill>
              </a:defRPr>
            </a:lvl8pPr>
            <a:lvl9pPr indent="-292100" lvl="8" marL="4114800">
              <a:spcBef>
                <a:spcPts val="0"/>
              </a:spcBef>
              <a:spcAft>
                <a:spcPts val="0"/>
              </a:spcAft>
              <a:buClr>
                <a:schemeClr val="lt2"/>
              </a:buClr>
              <a:buSzPts val="1000"/>
              <a:buChar char="■"/>
              <a:defRPr sz="1000">
                <a:solidFill>
                  <a:schemeClr val="lt2"/>
                </a:solidFill>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p:cSld name="CUSTOM_3">
    <p:bg>
      <p:bgPr>
        <a:solidFill>
          <a:schemeClr val="dk2"/>
        </a:solidFill>
      </p:bgPr>
    </p:bg>
    <p:spTree>
      <p:nvGrpSpPr>
        <p:cNvPr id="253" name="Shape 253"/>
        <p:cNvGrpSpPr/>
        <p:nvPr/>
      </p:nvGrpSpPr>
      <p:grpSpPr>
        <a:xfrm>
          <a:off x="0" y="0"/>
          <a:ext cx="0" cy="0"/>
          <a:chOff x="0" y="0"/>
          <a:chExt cx="0" cy="0"/>
        </a:xfrm>
      </p:grpSpPr>
      <p:sp>
        <p:nvSpPr>
          <p:cNvPr id="254" name="Google Shape;254;p41"/>
          <p:cNvSpPr/>
          <p:nvPr/>
        </p:nvSpPr>
        <p:spPr>
          <a:xfrm>
            <a:off x="228600" y="228600"/>
            <a:ext cx="8686800" cy="4686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Clr>
                <a:schemeClr val="accent3"/>
              </a:buClr>
              <a:buSzPts val="1100"/>
              <a:buNone/>
            </a:pPr>
            <a:r>
              <a:t/>
            </a:r>
            <a:endParaRPr sz="5600">
              <a:solidFill>
                <a:schemeClr val="lt2"/>
              </a:solidFill>
              <a:latin typeface="Young Serif"/>
              <a:ea typeface="Young Serif"/>
              <a:cs typeface="Young Serif"/>
              <a:sym typeface="Young Serif"/>
            </a:endParaRPr>
          </a:p>
        </p:txBody>
      </p:sp>
      <p:sp>
        <p:nvSpPr>
          <p:cNvPr id="255" name="Google Shape;255;p41"/>
          <p:cNvSpPr txBox="1"/>
          <p:nvPr>
            <p:ph type="title"/>
          </p:nvPr>
        </p:nvSpPr>
        <p:spPr>
          <a:xfrm>
            <a:off x="1248900" y="1777350"/>
            <a:ext cx="6646200" cy="1588800"/>
          </a:xfrm>
          <a:prstGeom prst="rect">
            <a:avLst/>
          </a:prstGeom>
        </p:spPr>
        <p:txBody>
          <a:bodyPr anchorCtr="0" anchor="ctr" bIns="91425" lIns="91425" spcFirstLastPara="1" rIns="91425" wrap="square" tIns="91425">
            <a:normAutofit/>
          </a:bodyPr>
          <a:lstStyle>
            <a:lvl1pPr lvl="0" algn="ctr">
              <a:lnSpc>
                <a:spcPct val="90000"/>
              </a:lnSpc>
              <a:spcBef>
                <a:spcPts val="0"/>
              </a:spcBef>
              <a:spcAft>
                <a:spcPts val="0"/>
              </a:spcAft>
              <a:buClr>
                <a:schemeClr val="dk2"/>
              </a:buClr>
              <a:buSzPts val="5600"/>
              <a:buNone/>
              <a:defRPr sz="5600">
                <a:solidFill>
                  <a:schemeClr val="dk2"/>
                </a:solidFill>
              </a:defRPr>
            </a:lvl1pPr>
            <a:lvl2pPr lvl="1">
              <a:spcBef>
                <a:spcPts val="0"/>
              </a:spcBef>
              <a:spcAft>
                <a:spcPts val="0"/>
              </a:spcAft>
              <a:buClr>
                <a:schemeClr val="dk2"/>
              </a:buClr>
              <a:buSzPts val="4000"/>
              <a:buNone/>
              <a:defRPr>
                <a:solidFill>
                  <a:schemeClr val="dk2"/>
                </a:solidFill>
              </a:defRPr>
            </a:lvl2pPr>
            <a:lvl3pPr lvl="2">
              <a:spcBef>
                <a:spcPts val="0"/>
              </a:spcBef>
              <a:spcAft>
                <a:spcPts val="0"/>
              </a:spcAft>
              <a:buClr>
                <a:schemeClr val="dk2"/>
              </a:buClr>
              <a:buSzPts val="4000"/>
              <a:buNone/>
              <a:defRPr>
                <a:solidFill>
                  <a:schemeClr val="dk2"/>
                </a:solidFill>
              </a:defRPr>
            </a:lvl3pPr>
            <a:lvl4pPr lvl="3">
              <a:spcBef>
                <a:spcPts val="0"/>
              </a:spcBef>
              <a:spcAft>
                <a:spcPts val="0"/>
              </a:spcAft>
              <a:buClr>
                <a:schemeClr val="dk2"/>
              </a:buClr>
              <a:buSzPts val="4000"/>
              <a:buNone/>
              <a:defRPr>
                <a:solidFill>
                  <a:schemeClr val="dk2"/>
                </a:solidFill>
              </a:defRPr>
            </a:lvl4pPr>
            <a:lvl5pPr lvl="4">
              <a:spcBef>
                <a:spcPts val="0"/>
              </a:spcBef>
              <a:spcAft>
                <a:spcPts val="0"/>
              </a:spcAft>
              <a:buClr>
                <a:schemeClr val="dk2"/>
              </a:buClr>
              <a:buSzPts val="4000"/>
              <a:buNone/>
              <a:defRPr>
                <a:solidFill>
                  <a:schemeClr val="dk2"/>
                </a:solidFill>
              </a:defRPr>
            </a:lvl5pPr>
            <a:lvl6pPr lvl="5">
              <a:spcBef>
                <a:spcPts val="0"/>
              </a:spcBef>
              <a:spcAft>
                <a:spcPts val="0"/>
              </a:spcAft>
              <a:buClr>
                <a:schemeClr val="dk2"/>
              </a:buClr>
              <a:buSzPts val="4000"/>
              <a:buNone/>
              <a:defRPr>
                <a:solidFill>
                  <a:schemeClr val="dk2"/>
                </a:solidFill>
              </a:defRPr>
            </a:lvl6pPr>
            <a:lvl7pPr lvl="6">
              <a:spcBef>
                <a:spcPts val="0"/>
              </a:spcBef>
              <a:spcAft>
                <a:spcPts val="0"/>
              </a:spcAft>
              <a:buClr>
                <a:schemeClr val="dk2"/>
              </a:buClr>
              <a:buSzPts val="4000"/>
              <a:buNone/>
              <a:defRPr>
                <a:solidFill>
                  <a:schemeClr val="dk2"/>
                </a:solidFill>
              </a:defRPr>
            </a:lvl7pPr>
            <a:lvl8pPr lvl="7">
              <a:spcBef>
                <a:spcPts val="0"/>
              </a:spcBef>
              <a:spcAft>
                <a:spcPts val="0"/>
              </a:spcAft>
              <a:buClr>
                <a:schemeClr val="dk2"/>
              </a:buClr>
              <a:buSzPts val="4000"/>
              <a:buNone/>
              <a:defRPr>
                <a:solidFill>
                  <a:schemeClr val="dk2"/>
                </a:solidFill>
              </a:defRPr>
            </a:lvl8pPr>
            <a:lvl9pPr lvl="8">
              <a:spcBef>
                <a:spcPts val="0"/>
              </a:spcBef>
              <a:spcAft>
                <a:spcPts val="0"/>
              </a:spcAft>
              <a:buClr>
                <a:schemeClr val="dk2"/>
              </a:buClr>
              <a:buSzPts val="4000"/>
              <a:buNone/>
              <a:defRPr>
                <a:solidFill>
                  <a:schemeClr val="dk2"/>
                </a:solidFill>
              </a:defRPr>
            </a:lvl9pPr>
          </a:lstStyle>
          <a:p/>
        </p:txBody>
      </p:sp>
      <p:sp>
        <p:nvSpPr>
          <p:cNvPr id="256" name="Google Shape;256;p41"/>
          <p:cNvSpPr txBox="1"/>
          <p:nvPr>
            <p:ph idx="12" type="sldNum"/>
          </p:nvPr>
        </p:nvSpPr>
        <p:spPr>
          <a:xfrm>
            <a:off x="8595308" y="4749892"/>
            <a:ext cx="548700" cy="393600"/>
          </a:xfrm>
          <a:prstGeom prst="rect">
            <a:avLst/>
          </a:prstGeom>
        </p:spPr>
        <p:txBody>
          <a:bodyPr anchorCtr="0" anchor="ctr" bIns="91425" lIns="91425" spcFirstLastPara="1" rIns="91425" wrap="square" tIns="91425">
            <a:norm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CUSTOM_4">
    <p:spTree>
      <p:nvGrpSpPr>
        <p:cNvPr id="257" name="Shape 257"/>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31.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5" Type="http://schemas.openxmlformats.org/officeDocument/2006/relationships/slideLayout" Target="../slideLayouts/slideLayout16.xml"/><Relationship Id="rId6" Type="http://schemas.openxmlformats.org/officeDocument/2006/relationships/slideLayout" Target="../slideLayouts/slideLayout17.xml"/><Relationship Id="rId29" Type="http://schemas.openxmlformats.org/officeDocument/2006/relationships/slideLayout" Target="../slideLayouts/slideLayout40.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0" Type="http://schemas.openxmlformats.org/officeDocument/2006/relationships/theme" Target="../theme/theme3.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4000"/>
              <a:buFont typeface="Young Serif"/>
              <a:buNone/>
              <a:defRPr sz="4000">
                <a:solidFill>
                  <a:schemeClr val="dk1"/>
                </a:solidFill>
                <a:latin typeface="Young Serif"/>
                <a:ea typeface="Young Serif"/>
                <a:cs typeface="Young Serif"/>
                <a:sym typeface="Young Serif"/>
              </a:defRPr>
            </a:lvl1pPr>
            <a:lvl2pPr lvl="1">
              <a:spcBef>
                <a:spcPts val="0"/>
              </a:spcBef>
              <a:spcAft>
                <a:spcPts val="0"/>
              </a:spcAft>
              <a:buClr>
                <a:schemeClr val="dk1"/>
              </a:buClr>
              <a:buSzPts val="4000"/>
              <a:buFont typeface="Young Serif"/>
              <a:buNone/>
              <a:defRPr sz="4000">
                <a:solidFill>
                  <a:schemeClr val="dk1"/>
                </a:solidFill>
                <a:latin typeface="Young Serif"/>
                <a:ea typeface="Young Serif"/>
                <a:cs typeface="Young Serif"/>
                <a:sym typeface="Young Serif"/>
              </a:defRPr>
            </a:lvl2pPr>
            <a:lvl3pPr lvl="2">
              <a:spcBef>
                <a:spcPts val="0"/>
              </a:spcBef>
              <a:spcAft>
                <a:spcPts val="0"/>
              </a:spcAft>
              <a:buClr>
                <a:schemeClr val="dk1"/>
              </a:buClr>
              <a:buSzPts val="4000"/>
              <a:buFont typeface="Young Serif"/>
              <a:buNone/>
              <a:defRPr sz="4000">
                <a:solidFill>
                  <a:schemeClr val="dk1"/>
                </a:solidFill>
                <a:latin typeface="Young Serif"/>
                <a:ea typeface="Young Serif"/>
                <a:cs typeface="Young Serif"/>
                <a:sym typeface="Young Serif"/>
              </a:defRPr>
            </a:lvl3pPr>
            <a:lvl4pPr lvl="3">
              <a:spcBef>
                <a:spcPts val="0"/>
              </a:spcBef>
              <a:spcAft>
                <a:spcPts val="0"/>
              </a:spcAft>
              <a:buClr>
                <a:schemeClr val="dk1"/>
              </a:buClr>
              <a:buSzPts val="4000"/>
              <a:buFont typeface="Young Serif"/>
              <a:buNone/>
              <a:defRPr sz="4000">
                <a:solidFill>
                  <a:schemeClr val="dk1"/>
                </a:solidFill>
                <a:latin typeface="Young Serif"/>
                <a:ea typeface="Young Serif"/>
                <a:cs typeface="Young Serif"/>
                <a:sym typeface="Young Serif"/>
              </a:defRPr>
            </a:lvl4pPr>
            <a:lvl5pPr lvl="4">
              <a:spcBef>
                <a:spcPts val="0"/>
              </a:spcBef>
              <a:spcAft>
                <a:spcPts val="0"/>
              </a:spcAft>
              <a:buClr>
                <a:schemeClr val="dk1"/>
              </a:buClr>
              <a:buSzPts val="4000"/>
              <a:buFont typeface="Young Serif"/>
              <a:buNone/>
              <a:defRPr sz="4000">
                <a:solidFill>
                  <a:schemeClr val="dk1"/>
                </a:solidFill>
                <a:latin typeface="Young Serif"/>
                <a:ea typeface="Young Serif"/>
                <a:cs typeface="Young Serif"/>
                <a:sym typeface="Young Serif"/>
              </a:defRPr>
            </a:lvl5pPr>
            <a:lvl6pPr lvl="5">
              <a:spcBef>
                <a:spcPts val="0"/>
              </a:spcBef>
              <a:spcAft>
                <a:spcPts val="0"/>
              </a:spcAft>
              <a:buClr>
                <a:schemeClr val="dk1"/>
              </a:buClr>
              <a:buSzPts val="4000"/>
              <a:buFont typeface="Young Serif"/>
              <a:buNone/>
              <a:defRPr sz="4000">
                <a:solidFill>
                  <a:schemeClr val="dk1"/>
                </a:solidFill>
                <a:latin typeface="Young Serif"/>
                <a:ea typeface="Young Serif"/>
                <a:cs typeface="Young Serif"/>
                <a:sym typeface="Young Serif"/>
              </a:defRPr>
            </a:lvl6pPr>
            <a:lvl7pPr lvl="6">
              <a:spcBef>
                <a:spcPts val="0"/>
              </a:spcBef>
              <a:spcAft>
                <a:spcPts val="0"/>
              </a:spcAft>
              <a:buClr>
                <a:schemeClr val="dk1"/>
              </a:buClr>
              <a:buSzPts val="4000"/>
              <a:buFont typeface="Young Serif"/>
              <a:buNone/>
              <a:defRPr sz="4000">
                <a:solidFill>
                  <a:schemeClr val="dk1"/>
                </a:solidFill>
                <a:latin typeface="Young Serif"/>
                <a:ea typeface="Young Serif"/>
                <a:cs typeface="Young Serif"/>
                <a:sym typeface="Young Serif"/>
              </a:defRPr>
            </a:lvl7pPr>
            <a:lvl8pPr lvl="7">
              <a:spcBef>
                <a:spcPts val="0"/>
              </a:spcBef>
              <a:spcAft>
                <a:spcPts val="0"/>
              </a:spcAft>
              <a:buClr>
                <a:schemeClr val="dk1"/>
              </a:buClr>
              <a:buSzPts val="4000"/>
              <a:buFont typeface="Young Serif"/>
              <a:buNone/>
              <a:defRPr sz="4000">
                <a:solidFill>
                  <a:schemeClr val="dk1"/>
                </a:solidFill>
                <a:latin typeface="Young Serif"/>
                <a:ea typeface="Young Serif"/>
                <a:cs typeface="Young Serif"/>
                <a:sym typeface="Young Serif"/>
              </a:defRPr>
            </a:lvl8pPr>
            <a:lvl9pPr lvl="8">
              <a:spcBef>
                <a:spcPts val="0"/>
              </a:spcBef>
              <a:spcAft>
                <a:spcPts val="0"/>
              </a:spcAft>
              <a:buClr>
                <a:schemeClr val="dk1"/>
              </a:buClr>
              <a:buSzPts val="4000"/>
              <a:buFont typeface="Young Serif"/>
              <a:buNone/>
              <a:defRPr sz="4000">
                <a:solidFill>
                  <a:schemeClr val="dk1"/>
                </a:solidFill>
                <a:latin typeface="Young Serif"/>
                <a:ea typeface="Young Serif"/>
                <a:cs typeface="Young Serif"/>
                <a:sym typeface="Young Serif"/>
              </a:defRPr>
            </a:lvl9pPr>
          </a:lstStyle>
          <a:p/>
        </p:txBody>
      </p:sp>
      <p:sp>
        <p:nvSpPr>
          <p:cNvPr id="52" name="Google Shape;52;p13"/>
          <p:cNvSpPr txBox="1"/>
          <p:nvPr>
            <p:ph idx="1" type="body"/>
          </p:nvPr>
        </p:nvSpPr>
        <p:spPr>
          <a:xfrm>
            <a:off x="311700" y="1814450"/>
            <a:ext cx="8520600" cy="3416400"/>
          </a:xfrm>
          <a:prstGeom prst="rect">
            <a:avLst/>
          </a:prstGeom>
          <a:noFill/>
          <a:ln>
            <a:noFill/>
          </a:ln>
        </p:spPr>
        <p:txBody>
          <a:bodyPr anchorCtr="0" anchor="t" bIns="91425" lIns="91425" spcFirstLastPara="1" rIns="91425" wrap="square" tIns="91425">
            <a:normAutofit/>
          </a:bodyPr>
          <a:lstStyle>
            <a:lvl1pPr indent="-314325" lvl="0" marL="457200">
              <a:lnSpc>
                <a:spcPct val="115000"/>
              </a:lnSpc>
              <a:spcBef>
                <a:spcPts val="0"/>
              </a:spcBef>
              <a:spcAft>
                <a:spcPts val="0"/>
              </a:spcAft>
              <a:buClr>
                <a:schemeClr val="dk1"/>
              </a:buClr>
              <a:buSzPts val="1350"/>
              <a:buFont typeface="Rubik"/>
              <a:buChar char="●"/>
              <a:defRPr sz="1350">
                <a:solidFill>
                  <a:schemeClr val="dk1"/>
                </a:solidFill>
                <a:latin typeface="Rubik"/>
                <a:ea typeface="Rubik"/>
                <a:cs typeface="Rubik"/>
                <a:sym typeface="Rubik"/>
              </a:defRPr>
            </a:lvl1pPr>
            <a:lvl2pPr indent="-314325" lvl="1" marL="914400">
              <a:lnSpc>
                <a:spcPct val="115000"/>
              </a:lnSpc>
              <a:spcBef>
                <a:spcPts val="0"/>
              </a:spcBef>
              <a:spcAft>
                <a:spcPts val="0"/>
              </a:spcAft>
              <a:buClr>
                <a:schemeClr val="dk1"/>
              </a:buClr>
              <a:buSzPts val="1350"/>
              <a:buFont typeface="Rubik"/>
              <a:buChar char="○"/>
              <a:defRPr sz="1350">
                <a:solidFill>
                  <a:schemeClr val="dk1"/>
                </a:solidFill>
                <a:latin typeface="Rubik"/>
                <a:ea typeface="Rubik"/>
                <a:cs typeface="Rubik"/>
                <a:sym typeface="Rubik"/>
              </a:defRPr>
            </a:lvl2pPr>
            <a:lvl3pPr indent="-314325" lvl="2" marL="1371600">
              <a:lnSpc>
                <a:spcPct val="115000"/>
              </a:lnSpc>
              <a:spcBef>
                <a:spcPts val="0"/>
              </a:spcBef>
              <a:spcAft>
                <a:spcPts val="0"/>
              </a:spcAft>
              <a:buClr>
                <a:schemeClr val="dk1"/>
              </a:buClr>
              <a:buSzPts val="1350"/>
              <a:buFont typeface="Rubik"/>
              <a:buChar char="■"/>
              <a:defRPr sz="1350">
                <a:solidFill>
                  <a:schemeClr val="dk1"/>
                </a:solidFill>
                <a:latin typeface="Rubik"/>
                <a:ea typeface="Rubik"/>
                <a:cs typeface="Rubik"/>
                <a:sym typeface="Rubik"/>
              </a:defRPr>
            </a:lvl3pPr>
            <a:lvl4pPr indent="-314325" lvl="3" marL="1828800">
              <a:lnSpc>
                <a:spcPct val="115000"/>
              </a:lnSpc>
              <a:spcBef>
                <a:spcPts val="0"/>
              </a:spcBef>
              <a:spcAft>
                <a:spcPts val="0"/>
              </a:spcAft>
              <a:buClr>
                <a:schemeClr val="dk1"/>
              </a:buClr>
              <a:buSzPts val="1350"/>
              <a:buFont typeface="Rubik"/>
              <a:buChar char="●"/>
              <a:defRPr sz="1350">
                <a:solidFill>
                  <a:schemeClr val="dk1"/>
                </a:solidFill>
                <a:latin typeface="Rubik"/>
                <a:ea typeface="Rubik"/>
                <a:cs typeface="Rubik"/>
                <a:sym typeface="Rubik"/>
              </a:defRPr>
            </a:lvl4pPr>
            <a:lvl5pPr indent="-314325" lvl="4" marL="2286000">
              <a:lnSpc>
                <a:spcPct val="115000"/>
              </a:lnSpc>
              <a:spcBef>
                <a:spcPts val="0"/>
              </a:spcBef>
              <a:spcAft>
                <a:spcPts val="0"/>
              </a:spcAft>
              <a:buClr>
                <a:schemeClr val="dk1"/>
              </a:buClr>
              <a:buSzPts val="1350"/>
              <a:buFont typeface="Rubik"/>
              <a:buChar char="○"/>
              <a:defRPr sz="1350">
                <a:solidFill>
                  <a:schemeClr val="dk1"/>
                </a:solidFill>
                <a:latin typeface="Rubik"/>
                <a:ea typeface="Rubik"/>
                <a:cs typeface="Rubik"/>
                <a:sym typeface="Rubik"/>
              </a:defRPr>
            </a:lvl5pPr>
            <a:lvl6pPr indent="-314325" lvl="5" marL="2743200">
              <a:lnSpc>
                <a:spcPct val="115000"/>
              </a:lnSpc>
              <a:spcBef>
                <a:spcPts val="0"/>
              </a:spcBef>
              <a:spcAft>
                <a:spcPts val="0"/>
              </a:spcAft>
              <a:buClr>
                <a:schemeClr val="dk1"/>
              </a:buClr>
              <a:buSzPts val="1350"/>
              <a:buFont typeface="Rubik"/>
              <a:buChar char="■"/>
              <a:defRPr sz="1350">
                <a:solidFill>
                  <a:schemeClr val="dk1"/>
                </a:solidFill>
                <a:latin typeface="Rubik"/>
                <a:ea typeface="Rubik"/>
                <a:cs typeface="Rubik"/>
                <a:sym typeface="Rubik"/>
              </a:defRPr>
            </a:lvl6pPr>
            <a:lvl7pPr indent="-314325" lvl="6" marL="3200400">
              <a:lnSpc>
                <a:spcPct val="115000"/>
              </a:lnSpc>
              <a:spcBef>
                <a:spcPts val="0"/>
              </a:spcBef>
              <a:spcAft>
                <a:spcPts val="0"/>
              </a:spcAft>
              <a:buClr>
                <a:schemeClr val="dk1"/>
              </a:buClr>
              <a:buSzPts val="1350"/>
              <a:buFont typeface="Rubik"/>
              <a:buChar char="●"/>
              <a:defRPr sz="1350">
                <a:solidFill>
                  <a:schemeClr val="dk1"/>
                </a:solidFill>
                <a:latin typeface="Rubik"/>
                <a:ea typeface="Rubik"/>
                <a:cs typeface="Rubik"/>
                <a:sym typeface="Rubik"/>
              </a:defRPr>
            </a:lvl7pPr>
            <a:lvl8pPr indent="-314325" lvl="7" marL="3657600">
              <a:lnSpc>
                <a:spcPct val="115000"/>
              </a:lnSpc>
              <a:spcBef>
                <a:spcPts val="0"/>
              </a:spcBef>
              <a:spcAft>
                <a:spcPts val="0"/>
              </a:spcAft>
              <a:buClr>
                <a:schemeClr val="dk1"/>
              </a:buClr>
              <a:buSzPts val="1350"/>
              <a:buFont typeface="Rubik"/>
              <a:buChar char="○"/>
              <a:defRPr sz="1350">
                <a:solidFill>
                  <a:schemeClr val="dk1"/>
                </a:solidFill>
                <a:latin typeface="Rubik"/>
                <a:ea typeface="Rubik"/>
                <a:cs typeface="Rubik"/>
                <a:sym typeface="Rubik"/>
              </a:defRPr>
            </a:lvl8pPr>
            <a:lvl9pPr indent="-314325" lvl="8" marL="4114800">
              <a:lnSpc>
                <a:spcPct val="115000"/>
              </a:lnSpc>
              <a:spcBef>
                <a:spcPts val="0"/>
              </a:spcBef>
              <a:spcAft>
                <a:spcPts val="0"/>
              </a:spcAft>
              <a:buClr>
                <a:schemeClr val="dk1"/>
              </a:buClr>
              <a:buSzPts val="1350"/>
              <a:buFont typeface="Rubik"/>
              <a:buChar char="■"/>
              <a:defRPr sz="1350">
                <a:solidFill>
                  <a:schemeClr val="dk1"/>
                </a:solidFill>
                <a:latin typeface="Rubik"/>
                <a:ea typeface="Rubik"/>
                <a:cs typeface="Rubik"/>
                <a:sym typeface="Rubik"/>
              </a:defRPr>
            </a:lvl9pPr>
          </a:lstStyle>
          <a:p/>
        </p:txBody>
      </p:sp>
      <p:sp>
        <p:nvSpPr>
          <p:cNvPr id="53" name="Google Shape;53;p13"/>
          <p:cNvSpPr txBox="1"/>
          <p:nvPr>
            <p:ph idx="12" type="sldNum"/>
          </p:nvPr>
        </p:nvSpPr>
        <p:spPr>
          <a:xfrm>
            <a:off x="8595308" y="4749892"/>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Rubik"/>
                <a:ea typeface="Rubik"/>
                <a:cs typeface="Rubik"/>
                <a:sym typeface="Rubik"/>
              </a:defRPr>
            </a:lvl1pPr>
            <a:lvl2pPr lvl="1" algn="r">
              <a:buNone/>
              <a:defRPr sz="1000">
                <a:solidFill>
                  <a:schemeClr val="dk2"/>
                </a:solidFill>
                <a:latin typeface="Rubik"/>
                <a:ea typeface="Rubik"/>
                <a:cs typeface="Rubik"/>
                <a:sym typeface="Rubik"/>
              </a:defRPr>
            </a:lvl2pPr>
            <a:lvl3pPr lvl="2" algn="r">
              <a:buNone/>
              <a:defRPr sz="1000">
                <a:solidFill>
                  <a:schemeClr val="dk2"/>
                </a:solidFill>
                <a:latin typeface="Rubik"/>
                <a:ea typeface="Rubik"/>
                <a:cs typeface="Rubik"/>
                <a:sym typeface="Rubik"/>
              </a:defRPr>
            </a:lvl3pPr>
            <a:lvl4pPr lvl="3" algn="r">
              <a:buNone/>
              <a:defRPr sz="1000">
                <a:solidFill>
                  <a:schemeClr val="dk2"/>
                </a:solidFill>
                <a:latin typeface="Rubik"/>
                <a:ea typeface="Rubik"/>
                <a:cs typeface="Rubik"/>
                <a:sym typeface="Rubik"/>
              </a:defRPr>
            </a:lvl4pPr>
            <a:lvl5pPr lvl="4" algn="r">
              <a:buNone/>
              <a:defRPr sz="1000">
                <a:solidFill>
                  <a:schemeClr val="dk2"/>
                </a:solidFill>
                <a:latin typeface="Rubik"/>
                <a:ea typeface="Rubik"/>
                <a:cs typeface="Rubik"/>
                <a:sym typeface="Rubik"/>
              </a:defRPr>
            </a:lvl5pPr>
            <a:lvl6pPr lvl="5" algn="r">
              <a:buNone/>
              <a:defRPr sz="1000">
                <a:solidFill>
                  <a:schemeClr val="dk2"/>
                </a:solidFill>
                <a:latin typeface="Rubik"/>
                <a:ea typeface="Rubik"/>
                <a:cs typeface="Rubik"/>
                <a:sym typeface="Rubik"/>
              </a:defRPr>
            </a:lvl6pPr>
            <a:lvl7pPr lvl="6" algn="r">
              <a:buNone/>
              <a:defRPr sz="1000">
                <a:solidFill>
                  <a:schemeClr val="dk2"/>
                </a:solidFill>
                <a:latin typeface="Rubik"/>
                <a:ea typeface="Rubik"/>
                <a:cs typeface="Rubik"/>
                <a:sym typeface="Rubik"/>
              </a:defRPr>
            </a:lvl7pPr>
            <a:lvl8pPr lvl="7" algn="r">
              <a:buNone/>
              <a:defRPr sz="1000">
                <a:solidFill>
                  <a:schemeClr val="dk2"/>
                </a:solidFill>
                <a:latin typeface="Rubik"/>
                <a:ea typeface="Rubik"/>
                <a:cs typeface="Rubik"/>
                <a:sym typeface="Rubik"/>
              </a:defRPr>
            </a:lvl8pPr>
            <a:lvl9pPr lvl="8" algn="r">
              <a:buNone/>
              <a:defRPr sz="1000">
                <a:solidFill>
                  <a:schemeClr val="dk2"/>
                </a:solidFill>
                <a:latin typeface="Rubik"/>
                <a:ea typeface="Rubik"/>
                <a:cs typeface="Rubik"/>
                <a:sym typeface="Rubik"/>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2.xml"/><Relationship Id="rId3"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4.xml"/><Relationship Id="rId3" Type="http://schemas.openxmlformats.org/officeDocument/2006/relationships/image" Target="../media/image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5.xml"/><Relationship Id="rId3" Type="http://schemas.openxmlformats.org/officeDocument/2006/relationships/image" Target="../media/image2.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7.xml"/><Relationship Id="rId3" Type="http://schemas.openxmlformats.org/officeDocument/2006/relationships/image" Target="../media/image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9.xml"/><Relationship Id="rId3" Type="http://schemas.openxmlformats.org/officeDocument/2006/relationships/hyperlink" Target="http://dx.doi.org/10.1186/s40163-020-00123-8" TargetMode="External"/><Relationship Id="rId4" Type="http://schemas.openxmlformats.org/officeDocument/2006/relationships/hyperlink" Target="http://dx.doi.org/10.1371/journal.pone.0319793" TargetMode="External"/><Relationship Id="rId5" Type="http://schemas.openxmlformats.org/officeDocument/2006/relationships/hyperlink" Target="https://www.lawjournal.digital/jour/article/view/624/pdf_91"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61" name="Shape 261"/>
        <p:cNvGrpSpPr/>
        <p:nvPr/>
      </p:nvGrpSpPr>
      <p:grpSpPr>
        <a:xfrm>
          <a:off x="0" y="0"/>
          <a:ext cx="0" cy="0"/>
          <a:chOff x="0" y="0"/>
          <a:chExt cx="0" cy="0"/>
        </a:xfrm>
      </p:grpSpPr>
      <p:sp>
        <p:nvSpPr>
          <p:cNvPr id="262" name="Google Shape;262;p43"/>
          <p:cNvSpPr txBox="1"/>
          <p:nvPr>
            <p:ph type="title"/>
          </p:nvPr>
        </p:nvSpPr>
        <p:spPr>
          <a:xfrm>
            <a:off x="1248900" y="1632850"/>
            <a:ext cx="6646200" cy="1588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3900">
                <a:latin typeface="Comfortaa"/>
                <a:ea typeface="Comfortaa"/>
                <a:cs typeface="Comfortaa"/>
                <a:sym typeface="Comfortaa"/>
              </a:rPr>
              <a:t>AI And </a:t>
            </a:r>
            <a:r>
              <a:rPr lang="en" sz="3900">
                <a:latin typeface="Comfortaa"/>
                <a:ea typeface="Comfortaa"/>
                <a:cs typeface="Comfortaa"/>
                <a:sym typeface="Comfortaa"/>
              </a:rPr>
              <a:t>Its</a:t>
            </a:r>
            <a:r>
              <a:rPr lang="en" sz="3900">
                <a:latin typeface="Comfortaa"/>
                <a:ea typeface="Comfortaa"/>
                <a:cs typeface="Comfortaa"/>
                <a:sym typeface="Comfortaa"/>
              </a:rPr>
              <a:t> Effect on The Criminal Justice System</a:t>
            </a:r>
            <a:endParaRPr sz="3900">
              <a:latin typeface="Comfortaa"/>
              <a:ea typeface="Comfortaa"/>
              <a:cs typeface="Comfortaa"/>
              <a:sym typeface="Comfortaa"/>
            </a:endParaRPr>
          </a:p>
        </p:txBody>
      </p:sp>
      <p:sp>
        <p:nvSpPr>
          <p:cNvPr id="263" name="Google Shape;263;p43"/>
          <p:cNvSpPr txBox="1"/>
          <p:nvPr>
            <p:ph idx="1" type="subTitle"/>
          </p:nvPr>
        </p:nvSpPr>
        <p:spPr>
          <a:xfrm>
            <a:off x="2369850" y="3221650"/>
            <a:ext cx="4404300" cy="393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Figtree"/>
                <a:ea typeface="Figtree"/>
                <a:cs typeface="Figtree"/>
                <a:sym typeface="Figtree"/>
              </a:rPr>
              <a:t>By Isabella Stefano</a:t>
            </a:r>
            <a:endParaRPr>
              <a:latin typeface="Figtree"/>
              <a:ea typeface="Figtree"/>
              <a:cs typeface="Figtree"/>
              <a:sym typeface="Figtree"/>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44"/>
          <p:cNvSpPr txBox="1"/>
          <p:nvPr>
            <p:ph type="title"/>
          </p:nvPr>
        </p:nvSpPr>
        <p:spPr>
          <a:xfrm>
            <a:off x="635500" y="228600"/>
            <a:ext cx="7836900" cy="865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Introduction</a:t>
            </a:r>
            <a:endParaRPr/>
          </a:p>
        </p:txBody>
      </p:sp>
      <p:sp>
        <p:nvSpPr>
          <p:cNvPr id="269" name="Google Shape;269;p44"/>
          <p:cNvSpPr txBox="1"/>
          <p:nvPr>
            <p:ph idx="1" type="subTitle"/>
          </p:nvPr>
        </p:nvSpPr>
        <p:spPr>
          <a:xfrm>
            <a:off x="635500" y="1092900"/>
            <a:ext cx="7836900" cy="441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AI In General</a:t>
            </a:r>
            <a:endParaRPr/>
          </a:p>
        </p:txBody>
      </p:sp>
      <p:sp>
        <p:nvSpPr>
          <p:cNvPr id="270" name="Google Shape;270;p44"/>
          <p:cNvSpPr txBox="1"/>
          <p:nvPr>
            <p:ph idx="3" type="body"/>
          </p:nvPr>
        </p:nvSpPr>
        <p:spPr>
          <a:xfrm>
            <a:off x="456400" y="1983350"/>
            <a:ext cx="3780300" cy="27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accent4"/>
              </a:buClr>
              <a:buSzPts val="1100"/>
              <a:buNone/>
            </a:pPr>
            <a:r>
              <a:rPr lang="en" sz="1800"/>
              <a:t>-AI was invented around the 1960s-1980s however it started to impact the justice  </a:t>
            </a:r>
            <a:r>
              <a:rPr lang="en" sz="1800"/>
              <a:t>system around the late 2010s</a:t>
            </a:r>
            <a:endParaRPr sz="1800"/>
          </a:p>
          <a:p>
            <a:pPr indent="0" lvl="0" marL="0" rtl="0" algn="l">
              <a:spcBef>
                <a:spcPts val="1200"/>
              </a:spcBef>
              <a:spcAft>
                <a:spcPts val="1200"/>
              </a:spcAft>
              <a:buClr>
                <a:schemeClr val="accent4"/>
              </a:buClr>
              <a:buSzPts val="1100"/>
              <a:buNone/>
            </a:pPr>
            <a:r>
              <a:rPr lang="en" sz="1800"/>
              <a:t>-Today I will be going over the positive and negative impacts AI has to offer, as someone who is going into the legal field </a:t>
            </a:r>
            <a:endParaRPr sz="1800"/>
          </a:p>
        </p:txBody>
      </p:sp>
      <p:pic>
        <p:nvPicPr>
          <p:cNvPr descr="Law Scales Symbol Of Justice PNG Transparent Images Free Download | Vector  Files | Pngtree" id="271" name="Google Shape;271;p44"/>
          <p:cNvPicPr preferRelativeResize="0"/>
          <p:nvPr/>
        </p:nvPicPr>
        <p:blipFill>
          <a:blip r:embed="rId3">
            <a:alphaModFix/>
          </a:blip>
          <a:stretch>
            <a:fillRect/>
          </a:stretch>
        </p:blipFill>
        <p:spPr>
          <a:xfrm>
            <a:off x="5322100" y="1589475"/>
            <a:ext cx="3429000" cy="34290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45"/>
          <p:cNvSpPr txBox="1"/>
          <p:nvPr>
            <p:ph type="title"/>
          </p:nvPr>
        </p:nvSpPr>
        <p:spPr>
          <a:xfrm>
            <a:off x="635500" y="228600"/>
            <a:ext cx="7836900" cy="865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Clr>
                <a:schemeClr val="accent4"/>
              </a:buClr>
              <a:buSzPts val="990"/>
              <a:buNone/>
            </a:pPr>
            <a:r>
              <a:rPr lang="en" sz="3500"/>
              <a:t>What Type of AI is Effecting This? </a:t>
            </a:r>
            <a:endParaRPr sz="3500"/>
          </a:p>
        </p:txBody>
      </p:sp>
      <p:sp>
        <p:nvSpPr>
          <p:cNvPr id="277" name="Google Shape;277;p45"/>
          <p:cNvSpPr txBox="1"/>
          <p:nvPr>
            <p:ph idx="1" type="subTitle"/>
          </p:nvPr>
        </p:nvSpPr>
        <p:spPr>
          <a:xfrm>
            <a:off x="635500" y="1092900"/>
            <a:ext cx="7836900" cy="441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LLM Models</a:t>
            </a:r>
            <a:endParaRPr/>
          </a:p>
        </p:txBody>
      </p:sp>
      <p:sp>
        <p:nvSpPr>
          <p:cNvPr id="278" name="Google Shape;278;p45"/>
          <p:cNvSpPr txBox="1"/>
          <p:nvPr>
            <p:ph idx="3" type="body"/>
          </p:nvPr>
        </p:nvSpPr>
        <p:spPr>
          <a:xfrm>
            <a:off x="456400" y="1983350"/>
            <a:ext cx="3780300" cy="27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accent4"/>
              </a:buClr>
              <a:buSzPts val="1100"/>
              <a:buNone/>
            </a:pPr>
            <a:r>
              <a:rPr lang="en" sz="1600"/>
              <a:t>-Large Language Models are </a:t>
            </a:r>
            <a:r>
              <a:rPr lang="en" sz="1600"/>
              <a:t>affecting</a:t>
            </a:r>
            <a:r>
              <a:rPr lang="en" sz="1600"/>
              <a:t> the fields of Forensics, </a:t>
            </a:r>
            <a:r>
              <a:rPr lang="en" sz="1600"/>
              <a:t>Criminology</a:t>
            </a:r>
            <a:r>
              <a:rPr lang="en" sz="1600"/>
              <a:t>, Social Work, and other fields in the court system</a:t>
            </a:r>
            <a:endParaRPr sz="1600"/>
          </a:p>
          <a:p>
            <a:pPr indent="0" lvl="0" marL="0" rtl="0" algn="l">
              <a:spcBef>
                <a:spcPts val="1200"/>
              </a:spcBef>
              <a:spcAft>
                <a:spcPts val="0"/>
              </a:spcAft>
              <a:buClr>
                <a:schemeClr val="accent4"/>
              </a:buClr>
              <a:buSzPts val="1100"/>
              <a:buNone/>
            </a:pPr>
            <a:r>
              <a:rPr lang="en" sz="1600"/>
              <a:t>-LLM are AI’s that replicate human speech and knowledge that understand and generate human like texts by prediction</a:t>
            </a:r>
            <a:endParaRPr sz="1600"/>
          </a:p>
          <a:p>
            <a:pPr indent="0" lvl="0" marL="0" rtl="0" algn="l">
              <a:spcBef>
                <a:spcPts val="1200"/>
              </a:spcBef>
              <a:spcAft>
                <a:spcPts val="1200"/>
              </a:spcAft>
              <a:buClr>
                <a:schemeClr val="accent4"/>
              </a:buClr>
              <a:buSzPts val="1100"/>
              <a:buNone/>
            </a:pPr>
            <a:r>
              <a:rPr lang="en" sz="1600"/>
              <a:t>-EX: Gemini, Chat Gpt, and Meta </a:t>
            </a:r>
            <a:endParaRPr sz="1600"/>
          </a:p>
        </p:txBody>
      </p:sp>
      <p:pic>
        <p:nvPicPr>
          <p:cNvPr descr="ChatGPT logo PNG black transparent image download, size: 1280x800px" id="279" name="Google Shape;279;p45"/>
          <p:cNvPicPr preferRelativeResize="0"/>
          <p:nvPr/>
        </p:nvPicPr>
        <p:blipFill>
          <a:blip r:embed="rId3">
            <a:alphaModFix/>
          </a:blip>
          <a:stretch>
            <a:fillRect/>
          </a:stretch>
        </p:blipFill>
        <p:spPr>
          <a:xfrm>
            <a:off x="4572000" y="1624750"/>
            <a:ext cx="4494001" cy="28107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46"/>
          <p:cNvSpPr txBox="1"/>
          <p:nvPr>
            <p:ph type="title"/>
          </p:nvPr>
        </p:nvSpPr>
        <p:spPr>
          <a:xfrm>
            <a:off x="635500" y="228600"/>
            <a:ext cx="7836900" cy="865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Positives of AI </a:t>
            </a:r>
            <a:endParaRPr/>
          </a:p>
        </p:txBody>
      </p:sp>
      <p:sp>
        <p:nvSpPr>
          <p:cNvPr id="285" name="Google Shape;285;p46"/>
          <p:cNvSpPr txBox="1"/>
          <p:nvPr>
            <p:ph idx="1" type="subTitle"/>
          </p:nvPr>
        </p:nvSpPr>
        <p:spPr>
          <a:xfrm>
            <a:off x="635500" y="1092900"/>
            <a:ext cx="7836900" cy="441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Work field </a:t>
            </a:r>
            <a:endParaRPr/>
          </a:p>
        </p:txBody>
      </p:sp>
      <p:pic>
        <p:nvPicPr>
          <p:cNvPr descr="Abstract Modern tech of Programming code screen developer. (Provided by Getty Images)" id="286" name="Google Shape;286;p46"/>
          <p:cNvPicPr preferRelativeResize="0"/>
          <p:nvPr>
            <p:ph idx="2" type="pic"/>
          </p:nvPr>
        </p:nvPicPr>
        <p:blipFill rotWithShape="1">
          <a:blip r:embed="rId3">
            <a:alphaModFix/>
          </a:blip>
          <a:srcRect b="0" l="13213" r="13220" t="0"/>
          <a:stretch/>
        </p:blipFill>
        <p:spPr>
          <a:xfrm>
            <a:off x="4685900" y="1762300"/>
            <a:ext cx="4229402" cy="3152401"/>
          </a:xfrm>
          <a:prstGeom prst="rect">
            <a:avLst/>
          </a:prstGeom>
        </p:spPr>
      </p:pic>
      <p:sp>
        <p:nvSpPr>
          <p:cNvPr id="287" name="Google Shape;287;p46"/>
          <p:cNvSpPr txBox="1"/>
          <p:nvPr>
            <p:ph idx="3" type="body"/>
          </p:nvPr>
        </p:nvSpPr>
        <p:spPr>
          <a:xfrm>
            <a:off x="456400" y="1983350"/>
            <a:ext cx="3780300" cy="2713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800"/>
              <a:t>-Speeds up the production of work </a:t>
            </a:r>
            <a:r>
              <a:rPr lang="en" sz="1800"/>
              <a:t>throughout</a:t>
            </a:r>
            <a:r>
              <a:rPr lang="en" sz="1800"/>
              <a:t> the court systems such as different types of documents </a:t>
            </a:r>
            <a:endParaRPr sz="1800"/>
          </a:p>
          <a:p>
            <a:pPr indent="0" lvl="0" marL="0" rtl="0" algn="l">
              <a:spcBef>
                <a:spcPts val="1200"/>
              </a:spcBef>
              <a:spcAft>
                <a:spcPts val="0"/>
              </a:spcAft>
              <a:buNone/>
            </a:pPr>
            <a:r>
              <a:rPr lang="en" sz="1800"/>
              <a:t>-E</a:t>
            </a:r>
            <a:r>
              <a:rPr lang="en" sz="1800"/>
              <a:t>nhance</a:t>
            </a:r>
            <a:r>
              <a:rPr lang="en" sz="1800"/>
              <a:t> </a:t>
            </a:r>
            <a:r>
              <a:rPr lang="en" sz="1800"/>
              <a:t>analytical</a:t>
            </a:r>
            <a:r>
              <a:rPr lang="en" sz="1800"/>
              <a:t> DATA and pattern findings</a:t>
            </a:r>
            <a:endParaRPr sz="1800"/>
          </a:p>
          <a:p>
            <a:pPr indent="0" lvl="0" marL="0" rtl="0" algn="l">
              <a:spcBef>
                <a:spcPts val="1200"/>
              </a:spcBef>
              <a:spcAft>
                <a:spcPts val="1200"/>
              </a:spcAft>
              <a:buNone/>
            </a:pPr>
            <a:r>
              <a:rPr lang="en" sz="1800"/>
              <a:t>-Help find </a:t>
            </a:r>
            <a:r>
              <a:rPr lang="en" sz="1800"/>
              <a:t>Neural</a:t>
            </a:r>
            <a:r>
              <a:rPr lang="en" sz="1800"/>
              <a:t> Networks</a:t>
            </a:r>
            <a:endParaRPr sz="18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47"/>
          <p:cNvSpPr txBox="1"/>
          <p:nvPr>
            <p:ph type="title"/>
          </p:nvPr>
        </p:nvSpPr>
        <p:spPr>
          <a:xfrm>
            <a:off x="635500" y="228600"/>
            <a:ext cx="7836900" cy="865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Negative of AI</a:t>
            </a:r>
            <a:endParaRPr/>
          </a:p>
        </p:txBody>
      </p:sp>
      <p:sp>
        <p:nvSpPr>
          <p:cNvPr id="293" name="Google Shape;293;p47"/>
          <p:cNvSpPr txBox="1"/>
          <p:nvPr>
            <p:ph idx="1" type="subTitle"/>
          </p:nvPr>
        </p:nvSpPr>
        <p:spPr>
          <a:xfrm>
            <a:off x="635500" y="1092900"/>
            <a:ext cx="7836900" cy="441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Work field </a:t>
            </a:r>
            <a:endParaRPr/>
          </a:p>
        </p:txBody>
      </p:sp>
      <p:pic>
        <p:nvPicPr>
          <p:cNvPr descr="Cyber security and data protection information privacy internet technology concept.Businessman working on smartphone laptop computer (Provided by Getty Images)" id="294" name="Google Shape;294;p47"/>
          <p:cNvPicPr preferRelativeResize="0"/>
          <p:nvPr>
            <p:ph idx="2" type="pic"/>
          </p:nvPr>
        </p:nvPicPr>
        <p:blipFill rotWithShape="1">
          <a:blip r:embed="rId3">
            <a:alphaModFix/>
          </a:blip>
          <a:srcRect b="0" l="24122" r="24127" t="0"/>
          <a:stretch/>
        </p:blipFill>
        <p:spPr>
          <a:xfrm>
            <a:off x="4685900" y="1762300"/>
            <a:ext cx="4229402" cy="3152400"/>
          </a:xfrm>
          <a:prstGeom prst="rect">
            <a:avLst/>
          </a:prstGeom>
        </p:spPr>
      </p:pic>
      <p:sp>
        <p:nvSpPr>
          <p:cNvPr id="295" name="Google Shape;295;p47"/>
          <p:cNvSpPr txBox="1"/>
          <p:nvPr>
            <p:ph idx="3" type="body"/>
          </p:nvPr>
        </p:nvSpPr>
        <p:spPr>
          <a:xfrm>
            <a:off x="456400" y="1983350"/>
            <a:ext cx="3780300" cy="2713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-Increased rates of Cyber Security Crimes</a:t>
            </a:r>
            <a:endParaRPr/>
          </a:p>
          <a:p>
            <a:pPr indent="0" lvl="0" marL="0" rtl="0" algn="l">
              <a:spcBef>
                <a:spcPts val="1200"/>
              </a:spcBef>
              <a:spcAft>
                <a:spcPts val="0"/>
              </a:spcAft>
              <a:buNone/>
            </a:pPr>
            <a:r>
              <a:rPr lang="en"/>
              <a:t>- Create false positive in </a:t>
            </a:r>
            <a:r>
              <a:rPr lang="en"/>
              <a:t>evaluation</a:t>
            </a:r>
            <a:r>
              <a:rPr lang="en"/>
              <a:t> of mental health or motives </a:t>
            </a:r>
            <a:endParaRPr/>
          </a:p>
          <a:p>
            <a:pPr indent="0" lvl="0" marL="0" rtl="0" algn="l">
              <a:spcBef>
                <a:spcPts val="1200"/>
              </a:spcBef>
              <a:spcAft>
                <a:spcPts val="0"/>
              </a:spcAft>
              <a:buNone/>
            </a:pPr>
            <a:r>
              <a:rPr lang="en"/>
              <a:t>-Not able to fully understand Human emotion and empathy </a:t>
            </a:r>
            <a:endParaRPr/>
          </a:p>
          <a:p>
            <a:pPr indent="0" lvl="0" marL="0" rtl="0" algn="l">
              <a:spcBef>
                <a:spcPts val="1200"/>
              </a:spcBef>
              <a:spcAft>
                <a:spcPts val="1200"/>
              </a:spcAft>
              <a:buNone/>
            </a:pPr>
            <a:r>
              <a:rPr lang="en"/>
              <a:t>-Bias </a:t>
            </a:r>
            <a:r>
              <a:rPr lang="en"/>
              <a:t>concerns</a:t>
            </a:r>
            <a:r>
              <a:rPr lang="en"/>
              <a:t>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48"/>
          <p:cNvSpPr txBox="1"/>
          <p:nvPr>
            <p:ph type="title"/>
          </p:nvPr>
        </p:nvSpPr>
        <p:spPr>
          <a:xfrm>
            <a:off x="635500" y="228600"/>
            <a:ext cx="7836900" cy="865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Case Study </a:t>
            </a:r>
            <a:r>
              <a:rPr lang="en"/>
              <a:t>Performed</a:t>
            </a:r>
            <a:endParaRPr/>
          </a:p>
        </p:txBody>
      </p:sp>
      <p:sp>
        <p:nvSpPr>
          <p:cNvPr id="301" name="Google Shape;301;p48"/>
          <p:cNvSpPr txBox="1"/>
          <p:nvPr>
            <p:ph idx="1" type="subTitle"/>
          </p:nvPr>
        </p:nvSpPr>
        <p:spPr>
          <a:xfrm>
            <a:off x="635500" y="1092900"/>
            <a:ext cx="7836900" cy="441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TON</a:t>
            </a:r>
            <a:endParaRPr/>
          </a:p>
        </p:txBody>
      </p:sp>
      <p:sp>
        <p:nvSpPr>
          <p:cNvPr id="302" name="Google Shape;302;p48"/>
          <p:cNvSpPr txBox="1"/>
          <p:nvPr>
            <p:ph idx="3" type="body"/>
          </p:nvPr>
        </p:nvSpPr>
        <p:spPr>
          <a:xfrm>
            <a:off x="242075" y="1768075"/>
            <a:ext cx="8660700" cy="3152100"/>
          </a:xfrm>
          <a:prstGeom prst="rect">
            <a:avLst/>
          </a:prstGeom>
          <a:solidFill>
            <a:srgbClr val="01508A"/>
          </a:solidFill>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en" sz="1300"/>
              <a:t>TON: </a:t>
            </a:r>
            <a:r>
              <a:rPr lang="en" sz="1300"/>
              <a:t>Technique</a:t>
            </a:r>
            <a:r>
              <a:rPr lang="en" sz="1300"/>
              <a:t> of Neutralization, a methodology used in Forensic </a:t>
            </a:r>
            <a:r>
              <a:rPr lang="en" sz="1300"/>
              <a:t>Psychology</a:t>
            </a:r>
            <a:r>
              <a:rPr lang="en" sz="1300"/>
              <a:t> or </a:t>
            </a:r>
            <a:r>
              <a:rPr lang="en" sz="1300"/>
              <a:t>Criminology</a:t>
            </a:r>
            <a:r>
              <a:rPr lang="en" sz="1300"/>
              <a:t> as well as other fields to explain how perpetrators or victims rationalize their behaviors or allegation to reduce </a:t>
            </a:r>
            <a:r>
              <a:rPr lang="en" sz="1300"/>
              <a:t>Cognitive</a:t>
            </a:r>
            <a:r>
              <a:rPr lang="en" sz="1300"/>
              <a:t> dissonance</a:t>
            </a:r>
            <a:endParaRPr sz="1300"/>
          </a:p>
          <a:p>
            <a:pPr indent="0" lvl="0" marL="457200" rtl="0" algn="l">
              <a:spcBef>
                <a:spcPts val="0"/>
              </a:spcBef>
              <a:spcAft>
                <a:spcPts val="0"/>
              </a:spcAft>
              <a:buNone/>
            </a:pPr>
            <a:r>
              <a:t/>
            </a:r>
            <a:endParaRPr sz="1300"/>
          </a:p>
          <a:p>
            <a:pPr indent="-311150" lvl="0" marL="457200" rtl="0" algn="l">
              <a:spcBef>
                <a:spcPts val="0"/>
              </a:spcBef>
              <a:spcAft>
                <a:spcPts val="0"/>
              </a:spcAft>
              <a:buSzPts val="1300"/>
              <a:buChar char="●"/>
            </a:pPr>
            <a:r>
              <a:rPr lang="en" sz="1300"/>
              <a:t>“ToN reveals that among the five categories, Denial of the Victim is the most commonly employed by the criminal population (e.g., perpetrators of theft, robbery, sexual offenses, and homicide), accounting for 70% of cases.”</a:t>
            </a:r>
            <a:endParaRPr sz="1300"/>
          </a:p>
          <a:p>
            <a:pPr indent="0" lvl="0" marL="457200" rtl="0" algn="l">
              <a:spcBef>
                <a:spcPts val="0"/>
              </a:spcBef>
              <a:spcAft>
                <a:spcPts val="0"/>
              </a:spcAft>
              <a:buNone/>
            </a:pPr>
            <a:r>
              <a:t/>
            </a:r>
            <a:endParaRPr sz="1300"/>
          </a:p>
          <a:p>
            <a:pPr indent="-311150" lvl="0" marL="457200" rtl="0" algn="l">
              <a:spcBef>
                <a:spcPts val="0"/>
              </a:spcBef>
              <a:spcAft>
                <a:spcPts val="0"/>
              </a:spcAft>
              <a:buSzPts val="1300"/>
              <a:buChar char="●"/>
            </a:pPr>
            <a:r>
              <a:rPr lang="en" sz="1300"/>
              <a:t> “reformulating, and assessing the credibility of ToN. This would provide a more rigorous assessment of the model's performance and could highlight areas where the model excels or falls short compared to human evaluators.”</a:t>
            </a:r>
            <a:endParaRPr sz="1300"/>
          </a:p>
          <a:p>
            <a:pPr indent="0" lvl="0" marL="457200" rtl="0" algn="l">
              <a:spcBef>
                <a:spcPts val="0"/>
              </a:spcBef>
              <a:spcAft>
                <a:spcPts val="0"/>
              </a:spcAft>
              <a:buNone/>
            </a:pPr>
            <a:r>
              <a:t/>
            </a:r>
            <a:endParaRPr sz="1300"/>
          </a:p>
          <a:p>
            <a:pPr indent="0" lvl="0" marL="457200" rtl="0" algn="l">
              <a:spcBef>
                <a:spcPts val="0"/>
              </a:spcBef>
              <a:spcAft>
                <a:spcPts val="0"/>
              </a:spcAft>
              <a:buNone/>
            </a:pPr>
            <a:r>
              <a:rPr lang="en" sz="900"/>
              <a:t>-Case study done by Pacchioni, Flutti, Caruso, Fregna, Attanasio, and Passani</a:t>
            </a:r>
            <a:endParaRPr sz="900"/>
          </a:p>
          <a:p>
            <a:pPr indent="0" lvl="0" marL="0" rtl="0" algn="l">
              <a:spcBef>
                <a:spcPts val="0"/>
              </a:spcBef>
              <a:spcAft>
                <a:spcPts val="0"/>
              </a:spcAft>
              <a:buNone/>
            </a:pPr>
            <a:r>
              <a:t/>
            </a:r>
            <a:endParaRPr sz="1300">
              <a:solidFill>
                <a:schemeClr val="accent6"/>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49"/>
          <p:cNvSpPr txBox="1"/>
          <p:nvPr>
            <p:ph type="title"/>
          </p:nvPr>
        </p:nvSpPr>
        <p:spPr>
          <a:xfrm>
            <a:off x="635500" y="228600"/>
            <a:ext cx="7836900" cy="865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Overall Impact</a:t>
            </a:r>
            <a:endParaRPr/>
          </a:p>
        </p:txBody>
      </p:sp>
      <p:sp>
        <p:nvSpPr>
          <p:cNvPr id="308" name="Google Shape;308;p49"/>
          <p:cNvSpPr txBox="1"/>
          <p:nvPr>
            <p:ph idx="1" type="subTitle"/>
          </p:nvPr>
        </p:nvSpPr>
        <p:spPr>
          <a:xfrm>
            <a:off x="635500" y="1092900"/>
            <a:ext cx="7836900" cy="441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Legal fields </a:t>
            </a:r>
            <a:endParaRPr/>
          </a:p>
        </p:txBody>
      </p:sp>
      <p:pic>
        <p:nvPicPr>
          <p:cNvPr descr="Judge is working in the office of the Court of Justice. (Provided by Getty Images)" id="309" name="Google Shape;309;p49"/>
          <p:cNvPicPr preferRelativeResize="0"/>
          <p:nvPr>
            <p:ph idx="2" type="pic"/>
          </p:nvPr>
        </p:nvPicPr>
        <p:blipFill rotWithShape="1">
          <a:blip r:embed="rId3">
            <a:alphaModFix/>
          </a:blip>
          <a:srcRect b="0" l="5294" r="5285" t="0"/>
          <a:stretch/>
        </p:blipFill>
        <p:spPr>
          <a:xfrm>
            <a:off x="4685900" y="1762300"/>
            <a:ext cx="4229402" cy="3152399"/>
          </a:xfrm>
          <a:prstGeom prst="rect">
            <a:avLst/>
          </a:prstGeom>
        </p:spPr>
      </p:pic>
      <p:sp>
        <p:nvSpPr>
          <p:cNvPr id="310" name="Google Shape;310;p49"/>
          <p:cNvSpPr txBox="1"/>
          <p:nvPr>
            <p:ph idx="3" type="body"/>
          </p:nvPr>
        </p:nvSpPr>
        <p:spPr>
          <a:xfrm>
            <a:off x="456400" y="1983350"/>
            <a:ext cx="3780300" cy="2713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accent6"/>
              </a:buClr>
              <a:buSzPts val="1100"/>
              <a:buFont typeface="Arial"/>
              <a:buNone/>
            </a:pPr>
            <a:r>
              <a:rPr lang="en"/>
              <a:t>-Law has placed restriction on using AI (jobs or Social Work</a:t>
            </a:r>
            <a:endParaRPr/>
          </a:p>
          <a:p>
            <a:pPr indent="0" lvl="0" marL="0" rtl="0" algn="l">
              <a:spcBef>
                <a:spcPts val="1200"/>
              </a:spcBef>
              <a:spcAft>
                <a:spcPts val="0"/>
              </a:spcAft>
              <a:buClr>
                <a:schemeClr val="accent6"/>
              </a:buClr>
              <a:buSzPts val="1100"/>
              <a:buFont typeface="Arial"/>
              <a:buNone/>
            </a:pPr>
            <a:r>
              <a:rPr lang="en"/>
              <a:t>- </a:t>
            </a:r>
            <a:r>
              <a:rPr lang="en" sz="1400"/>
              <a:t>it can revolutionize systems that are frustrating and guide generations.</a:t>
            </a:r>
            <a:endParaRPr sz="1400"/>
          </a:p>
          <a:p>
            <a:pPr indent="0" lvl="0" marL="0" rtl="0" algn="l">
              <a:spcBef>
                <a:spcPts val="1200"/>
              </a:spcBef>
              <a:spcAft>
                <a:spcPts val="0"/>
              </a:spcAft>
              <a:buNone/>
            </a:pPr>
            <a:r>
              <a:rPr lang="en" sz="1400"/>
              <a:t>-Speed up the legal process</a:t>
            </a:r>
            <a:endParaRPr sz="1400"/>
          </a:p>
          <a:p>
            <a:pPr indent="0" lvl="0" marL="0" rtl="0" algn="l">
              <a:spcBef>
                <a:spcPts val="1200"/>
              </a:spcBef>
              <a:spcAft>
                <a:spcPts val="1200"/>
              </a:spcAft>
              <a:buClr>
                <a:schemeClr val="accent6"/>
              </a:buClr>
              <a:buSzPts val="1100"/>
              <a:buFont typeface="Arial"/>
              <a:buNone/>
            </a:pPr>
            <a:r>
              <a:t/>
            </a:r>
            <a:endParaRPr sz="14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50"/>
          <p:cNvSpPr txBox="1"/>
          <p:nvPr>
            <p:ph type="title"/>
          </p:nvPr>
        </p:nvSpPr>
        <p:spPr>
          <a:xfrm>
            <a:off x="1248900" y="1777350"/>
            <a:ext cx="6646200" cy="1588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Any Questions?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51"/>
          <p:cNvSpPr txBox="1"/>
          <p:nvPr>
            <p:ph type="title"/>
          </p:nvPr>
        </p:nvSpPr>
        <p:spPr>
          <a:xfrm>
            <a:off x="635500" y="228600"/>
            <a:ext cx="7836900" cy="865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Bibliography</a:t>
            </a:r>
            <a:endParaRPr/>
          </a:p>
        </p:txBody>
      </p:sp>
      <p:sp>
        <p:nvSpPr>
          <p:cNvPr id="321" name="Google Shape;321;p51"/>
          <p:cNvSpPr txBox="1"/>
          <p:nvPr>
            <p:ph idx="2" type="body"/>
          </p:nvPr>
        </p:nvSpPr>
        <p:spPr>
          <a:xfrm>
            <a:off x="456400" y="1983350"/>
            <a:ext cx="8113800" cy="2713200"/>
          </a:xfrm>
          <a:prstGeom prst="rect">
            <a:avLst/>
          </a:prstGeom>
        </p:spPr>
        <p:txBody>
          <a:bodyPr anchorCtr="0" anchor="t" bIns="91425" lIns="91425" spcFirstLastPara="1" rIns="91425" wrap="square" tIns="91425">
            <a:normAutofit fontScale="92500" lnSpcReduction="20000"/>
          </a:bodyPr>
          <a:lstStyle/>
          <a:p>
            <a:pPr indent="-266700" lvl="0" marL="266700" rtl="0" algn="l">
              <a:lnSpc>
                <a:spcPct val="150000"/>
              </a:lnSpc>
              <a:spcBef>
                <a:spcPts val="0"/>
              </a:spcBef>
              <a:spcAft>
                <a:spcPts val="0"/>
              </a:spcAft>
              <a:buNone/>
            </a:pPr>
            <a:r>
              <a:rPr lang="en" sz="1200">
                <a:latin typeface="Times New Roman"/>
                <a:ea typeface="Times New Roman"/>
                <a:cs typeface="Times New Roman"/>
                <a:sym typeface="Times New Roman"/>
              </a:rPr>
              <a:t>Caldwell, M., J. T. A. Andrews, T. Tanay, and L. D. Griffin. "AI-enabled future crime." </a:t>
            </a:r>
            <a:r>
              <a:rPr i="1" lang="en" sz="1200">
                <a:latin typeface="Times New Roman"/>
                <a:ea typeface="Times New Roman"/>
                <a:cs typeface="Times New Roman"/>
                <a:sym typeface="Times New Roman"/>
              </a:rPr>
              <a:t>Crime Science</a:t>
            </a:r>
            <a:r>
              <a:rPr lang="en" sz="1200">
                <a:latin typeface="Times New Roman"/>
                <a:ea typeface="Times New Roman"/>
                <a:cs typeface="Times New Roman"/>
                <a:sym typeface="Times New Roman"/>
              </a:rPr>
              <a:t> 9, no. 1 (2020). </a:t>
            </a:r>
            <a:r>
              <a:rPr i="1" lang="en" sz="1200">
                <a:latin typeface="Times New Roman"/>
                <a:ea typeface="Times New Roman"/>
                <a:cs typeface="Times New Roman"/>
                <a:sym typeface="Times New Roman"/>
              </a:rPr>
              <a:t>Gale Academic OneFile</a:t>
            </a:r>
            <a:r>
              <a:rPr lang="en" sz="1200">
                <a:latin typeface="Times New Roman"/>
                <a:ea typeface="Times New Roman"/>
                <a:cs typeface="Times New Roman"/>
                <a:sym typeface="Times New Roman"/>
              </a:rPr>
              <a:t> (accessed April 30, 2026). </a:t>
            </a:r>
            <a:r>
              <a:rPr lang="en" sz="1200" u="sng">
                <a:latin typeface="Times New Roman"/>
                <a:ea typeface="Times New Roman"/>
                <a:cs typeface="Times New Roman"/>
                <a:sym typeface="Times New Roman"/>
                <a:hlinkClick r:id="rId3"/>
              </a:rPr>
              <a:t>http://dx.doi.org/10.1186/s40163-020-00123-8</a:t>
            </a:r>
            <a:r>
              <a:rPr lang="en" sz="1200">
                <a:latin typeface="Times New Roman"/>
                <a:ea typeface="Times New Roman"/>
                <a:cs typeface="Times New Roman"/>
                <a:sym typeface="Times New Roman"/>
              </a:rPr>
              <a:t>.</a:t>
            </a:r>
            <a:endParaRPr sz="1200">
              <a:latin typeface="Times New Roman"/>
              <a:ea typeface="Times New Roman"/>
              <a:cs typeface="Times New Roman"/>
              <a:sym typeface="Times New Roman"/>
            </a:endParaRPr>
          </a:p>
          <a:p>
            <a:pPr indent="-266700" lvl="0" marL="266700" rtl="0" algn="l">
              <a:lnSpc>
                <a:spcPct val="150000"/>
              </a:lnSpc>
              <a:spcBef>
                <a:spcPts val="1500"/>
              </a:spcBef>
              <a:spcAft>
                <a:spcPts val="0"/>
              </a:spcAft>
              <a:buNone/>
            </a:pPr>
            <a:r>
              <a:rPr lang="en" sz="1200">
                <a:latin typeface="Times New Roman"/>
                <a:ea typeface="Times New Roman"/>
                <a:cs typeface="Times New Roman"/>
                <a:sym typeface="Times New Roman"/>
              </a:rPr>
              <a:t>Pacchioni, Federico, Emma Flutti, Palmina Caruso, Lorenzo Fregna, Francesco Attanasio, Carolina Passani, Cristina Colombo, and Guido Travaini. "Generative AI and criminology: A threat or a promise? Exploring the potential and pitfalls in the identification of Techniques of Neutralization (ToN)." </a:t>
            </a:r>
            <a:r>
              <a:rPr i="1" lang="en" sz="1200">
                <a:latin typeface="Times New Roman"/>
                <a:ea typeface="Times New Roman"/>
                <a:cs typeface="Times New Roman"/>
                <a:sym typeface="Times New Roman"/>
              </a:rPr>
              <a:t>PLoS ONE</a:t>
            </a:r>
            <a:r>
              <a:rPr lang="en" sz="1200">
                <a:latin typeface="Times New Roman"/>
                <a:ea typeface="Times New Roman"/>
                <a:cs typeface="Times New Roman"/>
                <a:sym typeface="Times New Roman"/>
              </a:rPr>
              <a:t> 20, no. 4 (2025): e0319793. </a:t>
            </a:r>
            <a:r>
              <a:rPr i="1" lang="en" sz="1200">
                <a:latin typeface="Times New Roman"/>
                <a:ea typeface="Times New Roman"/>
                <a:cs typeface="Times New Roman"/>
                <a:sym typeface="Times New Roman"/>
              </a:rPr>
              <a:t>Gale In Context: Science</a:t>
            </a:r>
            <a:r>
              <a:rPr lang="en" sz="1200">
                <a:latin typeface="Times New Roman"/>
                <a:ea typeface="Times New Roman"/>
                <a:cs typeface="Times New Roman"/>
                <a:sym typeface="Times New Roman"/>
              </a:rPr>
              <a:t> (accessed May 1, 2026). </a:t>
            </a:r>
            <a:r>
              <a:rPr lang="en" sz="1200" u="sng">
                <a:latin typeface="Times New Roman"/>
                <a:ea typeface="Times New Roman"/>
                <a:cs typeface="Times New Roman"/>
                <a:sym typeface="Times New Roman"/>
                <a:hlinkClick r:id="rId4"/>
              </a:rPr>
              <a:t>http://dx.doi.org/10.1371/journal.pone.0319793</a:t>
            </a:r>
            <a:r>
              <a:rPr lang="en" sz="1200">
                <a:latin typeface="Times New Roman"/>
                <a:ea typeface="Times New Roman"/>
                <a:cs typeface="Times New Roman"/>
                <a:sym typeface="Times New Roman"/>
              </a:rPr>
              <a:t>.</a:t>
            </a:r>
            <a:endParaRPr sz="1200">
              <a:latin typeface="Times New Roman"/>
              <a:ea typeface="Times New Roman"/>
              <a:cs typeface="Times New Roman"/>
              <a:sym typeface="Times New Roman"/>
            </a:endParaRPr>
          </a:p>
          <a:p>
            <a:pPr indent="-266700" lvl="0" marL="266700" rtl="0" algn="l">
              <a:lnSpc>
                <a:spcPct val="150000"/>
              </a:lnSpc>
              <a:spcBef>
                <a:spcPts val="1500"/>
              </a:spcBef>
              <a:spcAft>
                <a:spcPts val="0"/>
              </a:spcAft>
              <a:buNone/>
            </a:pPr>
            <a:r>
              <a:rPr lang="en" sz="1200">
                <a:latin typeface="Times New Roman"/>
                <a:ea typeface="Times New Roman"/>
                <a:cs typeface="Times New Roman"/>
                <a:sym typeface="Times New Roman"/>
              </a:rPr>
              <a:t>Spiridonov, Mikhail S.</a:t>
            </a:r>
            <a:r>
              <a:rPr i="1" lang="en" sz="1200">
                <a:latin typeface="Times New Roman"/>
                <a:ea typeface="Times New Roman"/>
                <a:cs typeface="Times New Roman"/>
                <a:sym typeface="Times New Roman"/>
              </a:rPr>
              <a:t> Possibility of using Publicly Available Neural Networks in Criminal Proceedings</a:t>
            </a:r>
            <a:r>
              <a:rPr lang="en" sz="1200">
                <a:latin typeface="Times New Roman"/>
                <a:ea typeface="Times New Roman"/>
                <a:cs typeface="Times New Roman"/>
                <a:sym typeface="Times New Roman"/>
              </a:rPr>
              <a:t>. Vol. 4 Kazan Innovative University named after V. G. Timiryasov, 2026. doi:10.21202/jdtl.2026.2 </a:t>
            </a:r>
            <a:r>
              <a:rPr lang="en" sz="1200" u="sng">
                <a:latin typeface="Times New Roman"/>
                <a:ea typeface="Times New Roman"/>
                <a:cs typeface="Times New Roman"/>
                <a:sym typeface="Times New Roman"/>
                <a:hlinkClick r:id="rId5"/>
              </a:rPr>
              <a:t>https://www.lawjournal.digital/jour/article/view/624/pdf_91</a:t>
            </a:r>
            <a:endParaRPr sz="1200">
              <a:latin typeface="Times New Roman"/>
              <a:ea typeface="Times New Roman"/>
              <a:cs typeface="Times New Roman"/>
              <a:sym typeface="Times New Roman"/>
            </a:endParaRPr>
          </a:p>
          <a:p>
            <a:pPr indent="0" lvl="0" marL="0" rtl="0" algn="l">
              <a:lnSpc>
                <a:spcPct val="150000"/>
              </a:lnSpc>
              <a:spcBef>
                <a:spcPts val="1500"/>
              </a:spcBef>
              <a:spcAft>
                <a:spcPts val="1500"/>
              </a:spcAft>
              <a:buClr>
                <a:schemeClr val="accent6"/>
              </a:buClr>
              <a:buSzPct val="91667"/>
              <a:buFont typeface="Arial"/>
              <a:buNone/>
            </a:pPr>
            <a:r>
              <a:t/>
            </a:r>
            <a:endParaRPr sz="1200">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yllabus / Course Overview #1">
  <a:themeElements>
    <a:clrScheme name="Simple Light">
      <a:dk1>
        <a:srgbClr val="03045E"/>
      </a:dk1>
      <a:lt1>
        <a:srgbClr val="CAF0F8"/>
      </a:lt1>
      <a:dk2>
        <a:srgbClr val="00508A"/>
      </a:dk2>
      <a:lt2>
        <a:srgbClr val="FFFFFF"/>
      </a:lt2>
      <a:accent1>
        <a:srgbClr val="86FFFF"/>
      </a:accent1>
      <a:accent2>
        <a:srgbClr val="90E0EF"/>
      </a:accent2>
      <a:accent3>
        <a:srgbClr val="0077B6"/>
      </a:accent3>
      <a:accent4>
        <a:srgbClr val="0096C7"/>
      </a:accent4>
      <a:accent5>
        <a:srgbClr val="00B4D8"/>
      </a:accent5>
      <a:accent6>
        <a:srgbClr val="000000"/>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