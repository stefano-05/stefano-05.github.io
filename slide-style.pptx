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Style Reference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Basic layout for Pandoc conversion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